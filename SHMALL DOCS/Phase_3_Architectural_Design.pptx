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9" r:id="rId1"/>
    <p:sldMasterId id="2147484066" r:id="rId2"/>
  </p:sldMasterIdLst>
  <p:notesMasterIdLst>
    <p:notesMasterId r:id="rId31"/>
  </p:notesMasterIdLst>
  <p:handoutMasterIdLst>
    <p:handoutMasterId r:id="rId32"/>
  </p:handoutMasterIdLst>
  <p:sldIdLst>
    <p:sldId id="319" r:id="rId3"/>
    <p:sldId id="320" r:id="rId4"/>
    <p:sldId id="324" r:id="rId5"/>
    <p:sldId id="325" r:id="rId6"/>
    <p:sldId id="326" r:id="rId7"/>
    <p:sldId id="327" r:id="rId8"/>
    <p:sldId id="328" r:id="rId9"/>
    <p:sldId id="329" r:id="rId10"/>
    <p:sldId id="330" r:id="rId11"/>
    <p:sldId id="331" r:id="rId12"/>
    <p:sldId id="332" r:id="rId13"/>
    <p:sldId id="333" r:id="rId14"/>
    <p:sldId id="334" r:id="rId15"/>
    <p:sldId id="336" r:id="rId16"/>
    <p:sldId id="337" r:id="rId17"/>
    <p:sldId id="338" r:id="rId18"/>
    <p:sldId id="339" r:id="rId19"/>
    <p:sldId id="340" r:id="rId20"/>
    <p:sldId id="341" r:id="rId21"/>
    <p:sldId id="343" r:id="rId22"/>
    <p:sldId id="345" r:id="rId23"/>
    <p:sldId id="323" r:id="rId24"/>
    <p:sldId id="346" r:id="rId25"/>
    <p:sldId id="347" r:id="rId26"/>
    <p:sldId id="348" r:id="rId27"/>
    <p:sldId id="349" r:id="rId28"/>
    <p:sldId id="350" r:id="rId29"/>
    <p:sldId id="351" r:id="rId30"/>
  </p:sldIdLst>
  <p:sldSz cx="9144000" cy="6858000" type="screen4x3"/>
  <p:notesSz cx="6797675" cy="9926638"/>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굴림" panose="020B0600000101010101" pitchFamily="50" charset="-127"/>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굴림" panose="020B0600000101010101" pitchFamily="50" charset="-127"/>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굴림" panose="020B0600000101010101" pitchFamily="50" charset="-127"/>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굴림" panose="020B0600000101010101" pitchFamily="50" charset="-127"/>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굴림" panose="020B0600000101010101" pitchFamily="50" charset="-127"/>
        <a:cs typeface="+mn-cs"/>
      </a:defRPr>
    </a:lvl5pPr>
    <a:lvl6pPr marL="2286000" algn="l" defTabSz="914400" rtl="0" eaLnBrk="1" latinLnBrk="1" hangingPunct="1">
      <a:defRPr kern="1200">
        <a:solidFill>
          <a:schemeClr val="tx1"/>
        </a:solidFill>
        <a:latin typeface="Arial" panose="020B0604020202020204" pitchFamily="34" charset="0"/>
        <a:ea typeface="굴림" panose="020B0600000101010101" pitchFamily="50" charset="-127"/>
        <a:cs typeface="+mn-cs"/>
      </a:defRPr>
    </a:lvl6pPr>
    <a:lvl7pPr marL="2743200" algn="l" defTabSz="914400" rtl="0" eaLnBrk="1" latinLnBrk="1" hangingPunct="1">
      <a:defRPr kern="1200">
        <a:solidFill>
          <a:schemeClr val="tx1"/>
        </a:solidFill>
        <a:latin typeface="Arial" panose="020B0604020202020204" pitchFamily="34" charset="0"/>
        <a:ea typeface="굴림" panose="020B0600000101010101" pitchFamily="50" charset="-127"/>
        <a:cs typeface="+mn-cs"/>
      </a:defRPr>
    </a:lvl7pPr>
    <a:lvl8pPr marL="3200400" algn="l" defTabSz="914400" rtl="0" eaLnBrk="1" latinLnBrk="1" hangingPunct="1">
      <a:defRPr kern="1200">
        <a:solidFill>
          <a:schemeClr val="tx1"/>
        </a:solidFill>
        <a:latin typeface="Arial" panose="020B0604020202020204" pitchFamily="34" charset="0"/>
        <a:ea typeface="굴림" panose="020B0600000101010101" pitchFamily="50" charset="-127"/>
        <a:cs typeface="+mn-cs"/>
      </a:defRPr>
    </a:lvl8pPr>
    <a:lvl9pPr marL="3657600" algn="l" defTabSz="914400" rtl="0" eaLnBrk="1" latinLnBrk="1" hangingPunct="1">
      <a:defRPr kern="1200">
        <a:solidFill>
          <a:schemeClr val="tx1"/>
        </a:solidFill>
        <a:latin typeface="Arial" panose="020B0604020202020204" pitchFamily="34" charset="0"/>
        <a:ea typeface="굴림" panose="020B0600000101010101" pitchFamily="50" charset="-127"/>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FF"/>
    <a:srgbClr val="66FF33"/>
    <a:srgbClr val="FFCC66"/>
    <a:srgbClr val="FFCCFF"/>
    <a:srgbClr val="9900CC"/>
    <a:srgbClr val="006600"/>
    <a:srgbClr val="FFFF66"/>
    <a:srgbClr val="77EEF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29" autoAdjust="0"/>
    <p:restoredTop sz="84939" autoAdjust="0"/>
  </p:normalViewPr>
  <p:slideViewPr>
    <p:cSldViewPr showGuides="1">
      <p:cViewPr varScale="1">
        <p:scale>
          <a:sx n="95" d="100"/>
          <a:sy n="95" d="100"/>
        </p:scale>
        <p:origin x="2224" y="176"/>
      </p:cViewPr>
      <p:guideLst>
        <p:guide orient="horz" pos="2160"/>
        <p:guide pos="2880"/>
      </p:guideLst>
    </p:cSldViewPr>
  </p:slideViewPr>
  <p:outlineViewPr>
    <p:cViewPr>
      <p:scale>
        <a:sx n="33" d="100"/>
        <a:sy n="33" d="100"/>
      </p:scale>
      <p:origin x="0" y="0"/>
    </p:cViewPr>
  </p:outlineViewPr>
  <p:notesTextViewPr>
    <p:cViewPr>
      <p:scale>
        <a:sx n="90" d="100"/>
        <a:sy n="90" d="100"/>
      </p:scale>
      <p:origin x="0" y="0"/>
    </p:cViewPr>
  </p:notesTextViewPr>
  <p:sorterViewPr>
    <p:cViewPr>
      <p:scale>
        <a:sx n="100" d="100"/>
        <a:sy n="100" d="100"/>
      </p:scale>
      <p:origin x="0" y="0"/>
    </p:cViewPr>
  </p:sorterViewPr>
  <p:notesViewPr>
    <p:cSldViewPr showGuides="1">
      <p:cViewPr varScale="1">
        <p:scale>
          <a:sx n="53" d="100"/>
          <a:sy n="53" d="100"/>
        </p:scale>
        <p:origin x="3150" y="90"/>
      </p:cViewPr>
      <p:guideLst>
        <p:guide orient="horz" pos="3127"/>
        <p:guide pos="2141"/>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4">
            <a:extLst>
              <a:ext uri="{FF2B5EF4-FFF2-40B4-BE49-F238E27FC236}">
                <a16:creationId xmlns:a16="http://schemas.microsoft.com/office/drawing/2014/main" id="{57883A2B-1520-4660-BF58-16B187C346B2}"/>
              </a:ext>
            </a:extLst>
          </p:cNvPr>
          <p:cNvSpPr>
            <a:spLocks noGrp="1" noRot="1" noChangeAspect="1" noChangeArrowheads="1" noTextEdit="1"/>
          </p:cNvSpPr>
          <p:nvPr>
            <p:ph type="sldImg" idx="2"/>
          </p:nvPr>
        </p:nvSpPr>
        <p:spPr bwMode="auto">
          <a:xfrm>
            <a:off x="917575" y="746125"/>
            <a:ext cx="4962525" cy="3722688"/>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36197" name="Rectangle 5">
            <a:extLst>
              <a:ext uri="{FF2B5EF4-FFF2-40B4-BE49-F238E27FC236}">
                <a16:creationId xmlns:a16="http://schemas.microsoft.com/office/drawing/2014/main" id="{A35F5504-76A1-4FCF-80B3-5E549EFB8E65}"/>
              </a:ext>
            </a:extLst>
          </p:cNvPr>
          <p:cNvSpPr>
            <a:spLocks noGrp="1" noChangeArrowheads="1"/>
          </p:cNvSpPr>
          <p:nvPr>
            <p:ph type="body" sz="quarter" idx="3"/>
          </p:nvPr>
        </p:nvSpPr>
        <p:spPr bwMode="auto">
          <a:xfrm>
            <a:off x="905125" y="4715832"/>
            <a:ext cx="4987425" cy="44649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709" tIns="46855" rIns="93709" bIns="46855" numCol="1" anchor="t" anchorCtr="0" compatLnSpc="1">
            <a:prstTxWarp prst="textNoShape">
              <a:avLst/>
            </a:prstTxWarp>
          </a:bodyPr>
          <a:lstStyle/>
          <a:p>
            <a:pPr lvl="0"/>
            <a:endParaRPr lang="en-US" altLang="ko-KR" noProof="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000" kern="1200">
        <a:solidFill>
          <a:schemeClr val="tx1"/>
        </a:solidFill>
        <a:latin typeface="Verdana" panose="020B0604030504040204" pitchFamily="34" charset="0"/>
        <a:ea typeface="굴림" panose="020B0600000101010101" pitchFamily="50" charset="-127"/>
        <a:cs typeface="+mn-cs"/>
      </a:defRPr>
    </a:lvl1pPr>
    <a:lvl2pPr marL="742950" indent="-285750" algn="l" rtl="0" eaLnBrk="0" fontAlgn="base" hangingPunct="0">
      <a:spcBef>
        <a:spcPct val="30000"/>
      </a:spcBef>
      <a:spcAft>
        <a:spcPct val="0"/>
      </a:spcAft>
      <a:defRPr kumimoji="1" sz="1200" kern="1200">
        <a:solidFill>
          <a:schemeClr val="tx1"/>
        </a:solidFill>
        <a:latin typeface="Arial" panose="020B0604020202020204" pitchFamily="34" charset="0"/>
        <a:ea typeface="굴림" panose="020B0600000101010101" pitchFamily="50" charset="-127"/>
        <a:cs typeface="+mn-cs"/>
      </a:defRPr>
    </a:lvl2pPr>
    <a:lvl3pPr marL="1143000" indent="-228600" algn="l" rtl="0" eaLnBrk="0" fontAlgn="base" hangingPunct="0">
      <a:spcBef>
        <a:spcPct val="30000"/>
      </a:spcBef>
      <a:spcAft>
        <a:spcPct val="0"/>
      </a:spcAft>
      <a:defRPr kumimoji="1" sz="1200" kern="1200">
        <a:solidFill>
          <a:schemeClr val="tx1"/>
        </a:solidFill>
        <a:latin typeface="Arial" panose="020B0604020202020204" pitchFamily="34" charset="0"/>
        <a:ea typeface="굴림" panose="020B0600000101010101" pitchFamily="50" charset="-127"/>
        <a:cs typeface="+mn-cs"/>
      </a:defRPr>
    </a:lvl3pPr>
    <a:lvl4pPr marL="1600200" indent="-228600" algn="l" rtl="0" eaLnBrk="0" fontAlgn="base" hangingPunct="0">
      <a:spcBef>
        <a:spcPct val="30000"/>
      </a:spcBef>
      <a:spcAft>
        <a:spcPct val="0"/>
      </a:spcAft>
      <a:defRPr kumimoji="1" sz="1200" kern="1200">
        <a:solidFill>
          <a:schemeClr val="tx1"/>
        </a:solidFill>
        <a:latin typeface="Arial" panose="020B0604020202020204" pitchFamily="34" charset="0"/>
        <a:ea typeface="굴림" panose="020B0600000101010101" pitchFamily="50" charset="-127"/>
        <a:cs typeface="+mn-cs"/>
      </a:defRPr>
    </a:lvl4pPr>
    <a:lvl5pPr marL="2057400" indent="-228600" algn="l" rtl="0" eaLnBrk="0" fontAlgn="base" hangingPunct="0">
      <a:spcBef>
        <a:spcPct val="30000"/>
      </a:spcBef>
      <a:spcAft>
        <a:spcPct val="0"/>
      </a:spcAft>
      <a:defRPr kumimoji="1" sz="1200" kern="1200">
        <a:solidFill>
          <a:schemeClr val="tx1"/>
        </a:solidFill>
        <a:latin typeface="Arial" panose="020B0604020202020204" pitchFamily="34" charset="0"/>
        <a:ea typeface="굴림" panose="020B0600000101010101" pitchFamily="50" charset="-127"/>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A10DF882-1141-412B-A619-6D40D7D4DE74}"/>
              </a:ext>
            </a:extLst>
          </p:cNvPr>
          <p:cNvSpPr>
            <a:spLocks noGrp="1" noRot="1" noChangeAspect="1" noChangeArrowheads="1" noTextEdit="1"/>
          </p:cNvSpPr>
          <p:nvPr>
            <p:ph type="sldImg"/>
          </p:nvPr>
        </p:nvSpPr>
        <p:spPr>
          <a:ln/>
        </p:spPr>
      </p:sp>
      <p:sp>
        <p:nvSpPr>
          <p:cNvPr id="5123" name="Rectangle 3">
            <a:extLst>
              <a:ext uri="{FF2B5EF4-FFF2-40B4-BE49-F238E27FC236}">
                <a16:creationId xmlns:a16="http://schemas.microsoft.com/office/drawing/2014/main" id="{6249A60D-F3D9-4C03-880C-16BA85A95F35}"/>
              </a:ext>
            </a:extLst>
          </p:cNvPr>
          <p:cNvSpPr>
            <a:spLocks noGrp="1" noChangeArrowheads="1"/>
          </p:cNvSpPr>
          <p:nvPr>
            <p:ph type="body" idx="1"/>
          </p:nvPr>
        </p:nvSpPr>
        <p:spPr>
          <a:noFill/>
        </p:spPr>
        <p:txBody>
          <a:bodyPr/>
          <a:lstStyle/>
          <a:p>
            <a:r>
              <a:rPr lang="en-US" altLang="ko-KR" dirty="0"/>
              <a:t>Make sure each component is reusable , makes sure each works independently,  don’t put </a:t>
            </a:r>
            <a:r>
              <a:rPr lang="en-US" altLang="ko-KR" dirty="0" err="1"/>
              <a:t>everythong</a:t>
            </a:r>
            <a:r>
              <a:rPr lang="en-US" altLang="ko-KR" dirty="0"/>
              <a:t> in one class. Use inheritance, different classes. It should </a:t>
            </a:r>
            <a:r>
              <a:rPr lang="en-US" altLang="ko-KR"/>
              <a:t>be secure . </a:t>
            </a:r>
            <a:endParaRPr lang="en-US" altLang="ko-KR" dirty="0"/>
          </a:p>
        </p:txBody>
      </p:sp>
    </p:spTree>
    <p:extLst>
      <p:ext uri="{BB962C8B-B14F-4D97-AF65-F5344CB8AC3E}">
        <p14:creationId xmlns:p14="http://schemas.microsoft.com/office/powerpoint/2010/main" val="34428005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6F8E8F66-DECB-4BDE-96E1-5693B29B0D05}"/>
              </a:ext>
            </a:extLst>
          </p:cNvPr>
          <p:cNvSpPr>
            <a:spLocks noGrp="1" noRot="1" noChangeAspect="1" noChangeArrowheads="1" noTextEdit="1"/>
          </p:cNvSpPr>
          <p:nvPr>
            <p:ph type="sldImg"/>
          </p:nvPr>
        </p:nvSpPr>
        <p:spPr>
          <a:ln/>
        </p:spPr>
      </p:sp>
      <p:sp>
        <p:nvSpPr>
          <p:cNvPr id="7171" name="Rectangle 3">
            <a:extLst>
              <a:ext uri="{FF2B5EF4-FFF2-40B4-BE49-F238E27FC236}">
                <a16:creationId xmlns:a16="http://schemas.microsoft.com/office/drawing/2014/main" id="{3BB2D052-8850-420F-ACFD-54589A431277}"/>
              </a:ext>
            </a:extLst>
          </p:cNvPr>
          <p:cNvSpPr>
            <a:spLocks noGrp="1" noChangeArrowheads="1"/>
          </p:cNvSpPr>
          <p:nvPr>
            <p:ph type="body" idx="1"/>
          </p:nvPr>
        </p:nvSpPr>
        <p:spPr>
          <a:noFill/>
        </p:spPr>
        <p:txBody>
          <a:bodyPr/>
          <a:lstStyle/>
          <a:p>
            <a:endParaRPr lang="en-US" altLang="ko-KR" dirty="0"/>
          </a:p>
        </p:txBody>
      </p:sp>
    </p:spTree>
    <p:extLst>
      <p:ext uri="{BB962C8B-B14F-4D97-AF65-F5344CB8AC3E}">
        <p14:creationId xmlns:p14="http://schemas.microsoft.com/office/powerpoint/2010/main" val="2214359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6F8E8F66-DECB-4BDE-96E1-5693B29B0D05}"/>
              </a:ext>
            </a:extLst>
          </p:cNvPr>
          <p:cNvSpPr>
            <a:spLocks noGrp="1" noRot="1" noChangeAspect="1" noChangeArrowheads="1" noTextEdit="1"/>
          </p:cNvSpPr>
          <p:nvPr>
            <p:ph type="sldImg"/>
          </p:nvPr>
        </p:nvSpPr>
        <p:spPr>
          <a:ln/>
        </p:spPr>
      </p:sp>
      <p:sp>
        <p:nvSpPr>
          <p:cNvPr id="7171" name="Rectangle 3">
            <a:extLst>
              <a:ext uri="{FF2B5EF4-FFF2-40B4-BE49-F238E27FC236}">
                <a16:creationId xmlns:a16="http://schemas.microsoft.com/office/drawing/2014/main" id="{3BB2D052-8850-420F-ACFD-54589A431277}"/>
              </a:ext>
            </a:extLst>
          </p:cNvPr>
          <p:cNvSpPr>
            <a:spLocks noGrp="1" noChangeArrowheads="1"/>
          </p:cNvSpPr>
          <p:nvPr>
            <p:ph type="body" idx="1"/>
          </p:nvPr>
        </p:nvSpPr>
        <p:spPr>
          <a:noFill/>
        </p:spPr>
        <p:txBody>
          <a:bodyPr/>
          <a:lstStyle/>
          <a:p>
            <a:endParaRPr lang="en-US" altLang="ko-KR" dirty="0"/>
          </a:p>
        </p:txBody>
      </p:sp>
    </p:spTree>
    <p:extLst>
      <p:ext uri="{BB962C8B-B14F-4D97-AF65-F5344CB8AC3E}">
        <p14:creationId xmlns:p14="http://schemas.microsoft.com/office/powerpoint/2010/main" val="36873149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6F8E8F66-DECB-4BDE-96E1-5693B29B0D05}"/>
              </a:ext>
            </a:extLst>
          </p:cNvPr>
          <p:cNvSpPr>
            <a:spLocks noGrp="1" noRot="1" noChangeAspect="1" noChangeArrowheads="1" noTextEdit="1"/>
          </p:cNvSpPr>
          <p:nvPr>
            <p:ph type="sldImg"/>
          </p:nvPr>
        </p:nvSpPr>
        <p:spPr>
          <a:ln/>
        </p:spPr>
      </p:sp>
      <p:sp>
        <p:nvSpPr>
          <p:cNvPr id="7171" name="Rectangle 3">
            <a:extLst>
              <a:ext uri="{FF2B5EF4-FFF2-40B4-BE49-F238E27FC236}">
                <a16:creationId xmlns:a16="http://schemas.microsoft.com/office/drawing/2014/main" id="{3BB2D052-8850-420F-ACFD-54589A431277}"/>
              </a:ext>
            </a:extLst>
          </p:cNvPr>
          <p:cNvSpPr>
            <a:spLocks noGrp="1" noChangeArrowheads="1"/>
          </p:cNvSpPr>
          <p:nvPr>
            <p:ph type="body" idx="1"/>
          </p:nvPr>
        </p:nvSpPr>
        <p:spPr>
          <a:noFill/>
        </p:spPr>
        <p:txBody>
          <a:bodyPr/>
          <a:lstStyle/>
          <a:p>
            <a:endParaRPr lang="en-US" altLang="ko-KR" dirty="0"/>
          </a:p>
        </p:txBody>
      </p:sp>
    </p:spTree>
    <p:extLst>
      <p:ext uri="{BB962C8B-B14F-4D97-AF65-F5344CB8AC3E}">
        <p14:creationId xmlns:p14="http://schemas.microsoft.com/office/powerpoint/2010/main" val="27409040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6F8E8F66-DECB-4BDE-96E1-5693B29B0D05}"/>
              </a:ext>
            </a:extLst>
          </p:cNvPr>
          <p:cNvSpPr>
            <a:spLocks noGrp="1" noRot="1" noChangeAspect="1" noChangeArrowheads="1" noTextEdit="1"/>
          </p:cNvSpPr>
          <p:nvPr>
            <p:ph type="sldImg"/>
          </p:nvPr>
        </p:nvSpPr>
        <p:spPr>
          <a:ln/>
        </p:spPr>
      </p:sp>
      <p:sp>
        <p:nvSpPr>
          <p:cNvPr id="7171" name="Rectangle 3">
            <a:extLst>
              <a:ext uri="{FF2B5EF4-FFF2-40B4-BE49-F238E27FC236}">
                <a16:creationId xmlns:a16="http://schemas.microsoft.com/office/drawing/2014/main" id="{3BB2D052-8850-420F-ACFD-54589A431277}"/>
              </a:ext>
            </a:extLst>
          </p:cNvPr>
          <p:cNvSpPr>
            <a:spLocks noGrp="1" noChangeArrowheads="1"/>
          </p:cNvSpPr>
          <p:nvPr>
            <p:ph type="body" idx="1"/>
          </p:nvPr>
        </p:nvSpPr>
        <p:spPr>
          <a:noFill/>
        </p:spPr>
        <p:txBody>
          <a:bodyPr/>
          <a:lstStyle/>
          <a:p>
            <a:endParaRPr lang="en-US" altLang="ko-KR" dirty="0"/>
          </a:p>
        </p:txBody>
      </p:sp>
    </p:spTree>
    <p:extLst>
      <p:ext uri="{BB962C8B-B14F-4D97-AF65-F5344CB8AC3E}">
        <p14:creationId xmlns:p14="http://schemas.microsoft.com/office/powerpoint/2010/main" val="1442886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6F8E8F66-DECB-4BDE-96E1-5693B29B0D05}"/>
              </a:ext>
            </a:extLst>
          </p:cNvPr>
          <p:cNvSpPr>
            <a:spLocks noGrp="1" noRot="1" noChangeAspect="1" noChangeArrowheads="1" noTextEdit="1"/>
          </p:cNvSpPr>
          <p:nvPr>
            <p:ph type="sldImg"/>
          </p:nvPr>
        </p:nvSpPr>
        <p:spPr>
          <a:ln/>
        </p:spPr>
      </p:sp>
      <p:sp>
        <p:nvSpPr>
          <p:cNvPr id="7171" name="Rectangle 3">
            <a:extLst>
              <a:ext uri="{FF2B5EF4-FFF2-40B4-BE49-F238E27FC236}">
                <a16:creationId xmlns:a16="http://schemas.microsoft.com/office/drawing/2014/main" id="{3BB2D052-8850-420F-ACFD-54589A431277}"/>
              </a:ext>
            </a:extLst>
          </p:cNvPr>
          <p:cNvSpPr>
            <a:spLocks noGrp="1" noChangeArrowheads="1"/>
          </p:cNvSpPr>
          <p:nvPr>
            <p:ph type="body" idx="1"/>
          </p:nvPr>
        </p:nvSpPr>
        <p:spPr>
          <a:noFill/>
        </p:spPr>
        <p:txBody>
          <a:bodyPr/>
          <a:lstStyle/>
          <a:p>
            <a:endParaRPr lang="en-US" altLang="ko-KR" dirty="0"/>
          </a:p>
        </p:txBody>
      </p:sp>
    </p:spTree>
    <p:extLst>
      <p:ext uri="{BB962C8B-B14F-4D97-AF65-F5344CB8AC3E}">
        <p14:creationId xmlns:p14="http://schemas.microsoft.com/office/powerpoint/2010/main" val="35765126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6F8E8F66-DECB-4BDE-96E1-5693B29B0D05}"/>
              </a:ext>
            </a:extLst>
          </p:cNvPr>
          <p:cNvSpPr>
            <a:spLocks noGrp="1" noRot="1" noChangeAspect="1" noChangeArrowheads="1" noTextEdit="1"/>
          </p:cNvSpPr>
          <p:nvPr>
            <p:ph type="sldImg"/>
          </p:nvPr>
        </p:nvSpPr>
        <p:spPr>
          <a:ln/>
        </p:spPr>
      </p:sp>
      <p:sp>
        <p:nvSpPr>
          <p:cNvPr id="7171" name="Rectangle 3">
            <a:extLst>
              <a:ext uri="{FF2B5EF4-FFF2-40B4-BE49-F238E27FC236}">
                <a16:creationId xmlns:a16="http://schemas.microsoft.com/office/drawing/2014/main" id="{3BB2D052-8850-420F-ACFD-54589A431277}"/>
              </a:ext>
            </a:extLst>
          </p:cNvPr>
          <p:cNvSpPr>
            <a:spLocks noGrp="1" noChangeArrowheads="1"/>
          </p:cNvSpPr>
          <p:nvPr>
            <p:ph type="body" idx="1"/>
          </p:nvPr>
        </p:nvSpPr>
        <p:spPr>
          <a:noFill/>
        </p:spPr>
        <p:txBody>
          <a:bodyPr/>
          <a:lstStyle/>
          <a:p>
            <a:endParaRPr lang="en-US" altLang="ko-KR" dirty="0"/>
          </a:p>
        </p:txBody>
      </p:sp>
    </p:spTree>
    <p:extLst>
      <p:ext uri="{BB962C8B-B14F-4D97-AF65-F5344CB8AC3E}">
        <p14:creationId xmlns:p14="http://schemas.microsoft.com/office/powerpoint/2010/main" val="19448275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6F8E8F66-DECB-4BDE-96E1-5693B29B0D05}"/>
              </a:ext>
            </a:extLst>
          </p:cNvPr>
          <p:cNvSpPr>
            <a:spLocks noGrp="1" noRot="1" noChangeAspect="1" noChangeArrowheads="1" noTextEdit="1"/>
          </p:cNvSpPr>
          <p:nvPr>
            <p:ph type="sldImg"/>
          </p:nvPr>
        </p:nvSpPr>
        <p:spPr>
          <a:ln/>
        </p:spPr>
      </p:sp>
      <p:sp>
        <p:nvSpPr>
          <p:cNvPr id="7171" name="Rectangle 3">
            <a:extLst>
              <a:ext uri="{FF2B5EF4-FFF2-40B4-BE49-F238E27FC236}">
                <a16:creationId xmlns:a16="http://schemas.microsoft.com/office/drawing/2014/main" id="{3BB2D052-8850-420F-ACFD-54589A431277}"/>
              </a:ext>
            </a:extLst>
          </p:cNvPr>
          <p:cNvSpPr>
            <a:spLocks noGrp="1" noChangeArrowheads="1"/>
          </p:cNvSpPr>
          <p:nvPr>
            <p:ph type="body" idx="1"/>
          </p:nvPr>
        </p:nvSpPr>
        <p:spPr>
          <a:noFill/>
        </p:spPr>
        <p:txBody>
          <a:bodyPr/>
          <a:lstStyle/>
          <a:p>
            <a:endParaRPr lang="en-US" altLang="ko-KR" dirty="0"/>
          </a:p>
        </p:txBody>
      </p:sp>
    </p:spTree>
    <p:extLst>
      <p:ext uri="{BB962C8B-B14F-4D97-AF65-F5344CB8AC3E}">
        <p14:creationId xmlns:p14="http://schemas.microsoft.com/office/powerpoint/2010/main" val="35342224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6F8E8F66-DECB-4BDE-96E1-5693B29B0D05}"/>
              </a:ext>
            </a:extLst>
          </p:cNvPr>
          <p:cNvSpPr>
            <a:spLocks noGrp="1" noRot="1" noChangeAspect="1" noChangeArrowheads="1" noTextEdit="1"/>
          </p:cNvSpPr>
          <p:nvPr>
            <p:ph type="sldImg"/>
          </p:nvPr>
        </p:nvSpPr>
        <p:spPr>
          <a:ln/>
        </p:spPr>
      </p:sp>
      <p:sp>
        <p:nvSpPr>
          <p:cNvPr id="7171" name="Rectangle 3">
            <a:extLst>
              <a:ext uri="{FF2B5EF4-FFF2-40B4-BE49-F238E27FC236}">
                <a16:creationId xmlns:a16="http://schemas.microsoft.com/office/drawing/2014/main" id="{3BB2D052-8850-420F-ACFD-54589A431277}"/>
              </a:ext>
            </a:extLst>
          </p:cNvPr>
          <p:cNvSpPr>
            <a:spLocks noGrp="1" noChangeArrowheads="1"/>
          </p:cNvSpPr>
          <p:nvPr>
            <p:ph type="body" idx="1"/>
          </p:nvPr>
        </p:nvSpPr>
        <p:spPr>
          <a:noFill/>
        </p:spPr>
        <p:txBody>
          <a:bodyPr/>
          <a:lstStyle/>
          <a:p>
            <a:endParaRPr lang="en-US" altLang="ko-KR" dirty="0"/>
          </a:p>
        </p:txBody>
      </p:sp>
    </p:spTree>
    <p:extLst>
      <p:ext uri="{BB962C8B-B14F-4D97-AF65-F5344CB8AC3E}">
        <p14:creationId xmlns:p14="http://schemas.microsoft.com/office/powerpoint/2010/main" val="41795935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6F8E8F66-DECB-4BDE-96E1-5693B29B0D05}"/>
              </a:ext>
            </a:extLst>
          </p:cNvPr>
          <p:cNvSpPr>
            <a:spLocks noGrp="1" noRot="1" noChangeAspect="1" noChangeArrowheads="1" noTextEdit="1"/>
          </p:cNvSpPr>
          <p:nvPr>
            <p:ph type="sldImg"/>
          </p:nvPr>
        </p:nvSpPr>
        <p:spPr>
          <a:ln/>
        </p:spPr>
      </p:sp>
      <p:sp>
        <p:nvSpPr>
          <p:cNvPr id="7171" name="Rectangle 3">
            <a:extLst>
              <a:ext uri="{FF2B5EF4-FFF2-40B4-BE49-F238E27FC236}">
                <a16:creationId xmlns:a16="http://schemas.microsoft.com/office/drawing/2014/main" id="{3BB2D052-8850-420F-ACFD-54589A431277}"/>
              </a:ext>
            </a:extLst>
          </p:cNvPr>
          <p:cNvSpPr>
            <a:spLocks noGrp="1" noChangeArrowheads="1"/>
          </p:cNvSpPr>
          <p:nvPr>
            <p:ph type="body" idx="1"/>
          </p:nvPr>
        </p:nvSpPr>
        <p:spPr>
          <a:noFill/>
        </p:spPr>
        <p:txBody>
          <a:bodyPr/>
          <a:lstStyle/>
          <a:p>
            <a:endParaRPr lang="en-US" altLang="ko-KR" dirty="0"/>
          </a:p>
        </p:txBody>
      </p:sp>
    </p:spTree>
    <p:extLst>
      <p:ext uri="{BB962C8B-B14F-4D97-AF65-F5344CB8AC3E}">
        <p14:creationId xmlns:p14="http://schemas.microsoft.com/office/powerpoint/2010/main" val="26728157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6F8E8F66-DECB-4BDE-96E1-5693B29B0D05}"/>
              </a:ext>
            </a:extLst>
          </p:cNvPr>
          <p:cNvSpPr>
            <a:spLocks noGrp="1" noRot="1" noChangeAspect="1" noChangeArrowheads="1" noTextEdit="1"/>
          </p:cNvSpPr>
          <p:nvPr>
            <p:ph type="sldImg"/>
          </p:nvPr>
        </p:nvSpPr>
        <p:spPr>
          <a:ln/>
        </p:spPr>
      </p:sp>
      <p:sp>
        <p:nvSpPr>
          <p:cNvPr id="7171" name="Rectangle 3">
            <a:extLst>
              <a:ext uri="{FF2B5EF4-FFF2-40B4-BE49-F238E27FC236}">
                <a16:creationId xmlns:a16="http://schemas.microsoft.com/office/drawing/2014/main" id="{3BB2D052-8850-420F-ACFD-54589A431277}"/>
              </a:ext>
            </a:extLst>
          </p:cNvPr>
          <p:cNvSpPr>
            <a:spLocks noGrp="1" noChangeArrowheads="1"/>
          </p:cNvSpPr>
          <p:nvPr>
            <p:ph type="body" idx="1"/>
          </p:nvPr>
        </p:nvSpPr>
        <p:spPr>
          <a:noFill/>
        </p:spPr>
        <p:txBody>
          <a:bodyPr/>
          <a:lstStyle/>
          <a:p>
            <a:endParaRPr lang="en-US" altLang="ko-KR" dirty="0"/>
          </a:p>
        </p:txBody>
      </p:sp>
    </p:spTree>
    <p:extLst>
      <p:ext uri="{BB962C8B-B14F-4D97-AF65-F5344CB8AC3E}">
        <p14:creationId xmlns:p14="http://schemas.microsoft.com/office/powerpoint/2010/main" val="16808197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6F8E8F66-DECB-4BDE-96E1-5693B29B0D05}"/>
              </a:ext>
            </a:extLst>
          </p:cNvPr>
          <p:cNvSpPr>
            <a:spLocks noGrp="1" noRot="1" noChangeAspect="1" noChangeArrowheads="1" noTextEdit="1"/>
          </p:cNvSpPr>
          <p:nvPr>
            <p:ph type="sldImg"/>
          </p:nvPr>
        </p:nvSpPr>
        <p:spPr>
          <a:ln/>
        </p:spPr>
      </p:sp>
      <p:sp>
        <p:nvSpPr>
          <p:cNvPr id="7171" name="Rectangle 3">
            <a:extLst>
              <a:ext uri="{FF2B5EF4-FFF2-40B4-BE49-F238E27FC236}">
                <a16:creationId xmlns:a16="http://schemas.microsoft.com/office/drawing/2014/main" id="{3BB2D052-8850-420F-ACFD-54589A431277}"/>
              </a:ext>
            </a:extLst>
          </p:cNvPr>
          <p:cNvSpPr>
            <a:spLocks noGrp="1" noChangeArrowheads="1"/>
          </p:cNvSpPr>
          <p:nvPr>
            <p:ph type="body" idx="1"/>
          </p:nvPr>
        </p:nvSpPr>
        <p:spPr>
          <a:noFill/>
        </p:spPr>
        <p:txBody>
          <a:bodyPr/>
          <a:lstStyle/>
          <a:p>
            <a:endParaRPr lang="en-US" altLang="ko-KR" dirty="0"/>
          </a:p>
        </p:txBody>
      </p:sp>
    </p:spTree>
    <p:extLst>
      <p:ext uri="{BB962C8B-B14F-4D97-AF65-F5344CB8AC3E}">
        <p14:creationId xmlns:p14="http://schemas.microsoft.com/office/powerpoint/2010/main" val="28852660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6F8E8F66-DECB-4BDE-96E1-5693B29B0D05}"/>
              </a:ext>
            </a:extLst>
          </p:cNvPr>
          <p:cNvSpPr>
            <a:spLocks noGrp="1" noRot="1" noChangeAspect="1" noChangeArrowheads="1" noTextEdit="1"/>
          </p:cNvSpPr>
          <p:nvPr>
            <p:ph type="sldImg"/>
          </p:nvPr>
        </p:nvSpPr>
        <p:spPr>
          <a:ln/>
        </p:spPr>
      </p:sp>
      <p:sp>
        <p:nvSpPr>
          <p:cNvPr id="7171" name="Rectangle 3">
            <a:extLst>
              <a:ext uri="{FF2B5EF4-FFF2-40B4-BE49-F238E27FC236}">
                <a16:creationId xmlns:a16="http://schemas.microsoft.com/office/drawing/2014/main" id="{3BB2D052-8850-420F-ACFD-54589A431277}"/>
              </a:ext>
            </a:extLst>
          </p:cNvPr>
          <p:cNvSpPr>
            <a:spLocks noGrp="1" noChangeArrowheads="1"/>
          </p:cNvSpPr>
          <p:nvPr>
            <p:ph type="body" idx="1"/>
          </p:nvPr>
        </p:nvSpPr>
        <p:spPr>
          <a:noFill/>
        </p:spPr>
        <p:txBody>
          <a:bodyPr/>
          <a:lstStyle/>
          <a:p>
            <a:endParaRPr lang="en-US" altLang="ko-KR" dirty="0"/>
          </a:p>
        </p:txBody>
      </p:sp>
    </p:spTree>
    <p:extLst>
      <p:ext uri="{BB962C8B-B14F-4D97-AF65-F5344CB8AC3E}">
        <p14:creationId xmlns:p14="http://schemas.microsoft.com/office/powerpoint/2010/main" val="34983291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6F8E8F66-DECB-4BDE-96E1-5693B29B0D05}"/>
              </a:ext>
            </a:extLst>
          </p:cNvPr>
          <p:cNvSpPr>
            <a:spLocks noGrp="1" noRot="1" noChangeAspect="1" noChangeArrowheads="1" noTextEdit="1"/>
          </p:cNvSpPr>
          <p:nvPr>
            <p:ph type="sldImg"/>
          </p:nvPr>
        </p:nvSpPr>
        <p:spPr>
          <a:ln/>
        </p:spPr>
      </p:sp>
      <p:sp>
        <p:nvSpPr>
          <p:cNvPr id="7171" name="Rectangle 3">
            <a:extLst>
              <a:ext uri="{FF2B5EF4-FFF2-40B4-BE49-F238E27FC236}">
                <a16:creationId xmlns:a16="http://schemas.microsoft.com/office/drawing/2014/main" id="{3BB2D052-8850-420F-ACFD-54589A431277}"/>
              </a:ext>
            </a:extLst>
          </p:cNvPr>
          <p:cNvSpPr>
            <a:spLocks noGrp="1" noChangeArrowheads="1"/>
          </p:cNvSpPr>
          <p:nvPr>
            <p:ph type="body" idx="1"/>
          </p:nvPr>
        </p:nvSpPr>
        <p:spPr>
          <a:noFill/>
        </p:spPr>
        <p:txBody>
          <a:bodyPr/>
          <a:lstStyle/>
          <a:p>
            <a:endParaRPr lang="en-US" altLang="ko-KR" dirty="0"/>
          </a:p>
        </p:txBody>
      </p:sp>
    </p:spTree>
    <p:extLst>
      <p:ext uri="{BB962C8B-B14F-4D97-AF65-F5344CB8AC3E}">
        <p14:creationId xmlns:p14="http://schemas.microsoft.com/office/powerpoint/2010/main" val="9423978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6F8E8F66-DECB-4BDE-96E1-5693B29B0D05}"/>
              </a:ext>
            </a:extLst>
          </p:cNvPr>
          <p:cNvSpPr>
            <a:spLocks noGrp="1" noRot="1" noChangeAspect="1" noChangeArrowheads="1" noTextEdit="1"/>
          </p:cNvSpPr>
          <p:nvPr>
            <p:ph type="sldImg"/>
          </p:nvPr>
        </p:nvSpPr>
        <p:spPr>
          <a:ln/>
        </p:spPr>
      </p:sp>
      <p:sp>
        <p:nvSpPr>
          <p:cNvPr id="7171" name="Rectangle 3">
            <a:extLst>
              <a:ext uri="{FF2B5EF4-FFF2-40B4-BE49-F238E27FC236}">
                <a16:creationId xmlns:a16="http://schemas.microsoft.com/office/drawing/2014/main" id="{3BB2D052-8850-420F-ACFD-54589A431277}"/>
              </a:ext>
            </a:extLst>
          </p:cNvPr>
          <p:cNvSpPr>
            <a:spLocks noGrp="1" noChangeArrowheads="1"/>
          </p:cNvSpPr>
          <p:nvPr>
            <p:ph type="body" idx="1"/>
          </p:nvPr>
        </p:nvSpPr>
        <p:spPr>
          <a:noFill/>
        </p:spPr>
        <p:txBody>
          <a:bodyPr/>
          <a:lstStyle/>
          <a:p>
            <a:endParaRPr lang="en-US" altLang="ko-KR" dirty="0"/>
          </a:p>
        </p:txBody>
      </p:sp>
    </p:spTree>
    <p:extLst>
      <p:ext uri="{BB962C8B-B14F-4D97-AF65-F5344CB8AC3E}">
        <p14:creationId xmlns:p14="http://schemas.microsoft.com/office/powerpoint/2010/main" val="37243029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6F8E8F66-DECB-4BDE-96E1-5693B29B0D05}"/>
              </a:ext>
            </a:extLst>
          </p:cNvPr>
          <p:cNvSpPr>
            <a:spLocks noGrp="1" noRot="1" noChangeAspect="1" noChangeArrowheads="1" noTextEdit="1"/>
          </p:cNvSpPr>
          <p:nvPr>
            <p:ph type="sldImg"/>
          </p:nvPr>
        </p:nvSpPr>
        <p:spPr>
          <a:ln/>
        </p:spPr>
      </p:sp>
      <p:sp>
        <p:nvSpPr>
          <p:cNvPr id="7171" name="Rectangle 3">
            <a:extLst>
              <a:ext uri="{FF2B5EF4-FFF2-40B4-BE49-F238E27FC236}">
                <a16:creationId xmlns:a16="http://schemas.microsoft.com/office/drawing/2014/main" id="{3BB2D052-8850-420F-ACFD-54589A431277}"/>
              </a:ext>
            </a:extLst>
          </p:cNvPr>
          <p:cNvSpPr>
            <a:spLocks noGrp="1" noChangeArrowheads="1"/>
          </p:cNvSpPr>
          <p:nvPr>
            <p:ph type="body" idx="1"/>
          </p:nvPr>
        </p:nvSpPr>
        <p:spPr>
          <a:noFill/>
        </p:spPr>
        <p:txBody>
          <a:bodyPr/>
          <a:lstStyle/>
          <a:p>
            <a:endParaRPr lang="en-US" altLang="ko-KR" dirty="0"/>
          </a:p>
        </p:txBody>
      </p:sp>
    </p:spTree>
    <p:extLst>
      <p:ext uri="{BB962C8B-B14F-4D97-AF65-F5344CB8AC3E}">
        <p14:creationId xmlns:p14="http://schemas.microsoft.com/office/powerpoint/2010/main" val="28068563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6F8E8F66-DECB-4BDE-96E1-5693B29B0D05}"/>
              </a:ext>
            </a:extLst>
          </p:cNvPr>
          <p:cNvSpPr>
            <a:spLocks noGrp="1" noRot="1" noChangeAspect="1" noChangeArrowheads="1" noTextEdit="1"/>
          </p:cNvSpPr>
          <p:nvPr>
            <p:ph type="sldImg"/>
          </p:nvPr>
        </p:nvSpPr>
        <p:spPr>
          <a:ln/>
        </p:spPr>
      </p:sp>
      <p:sp>
        <p:nvSpPr>
          <p:cNvPr id="7171" name="Rectangle 3">
            <a:extLst>
              <a:ext uri="{FF2B5EF4-FFF2-40B4-BE49-F238E27FC236}">
                <a16:creationId xmlns:a16="http://schemas.microsoft.com/office/drawing/2014/main" id="{3BB2D052-8850-420F-ACFD-54589A431277}"/>
              </a:ext>
            </a:extLst>
          </p:cNvPr>
          <p:cNvSpPr>
            <a:spLocks noGrp="1" noChangeArrowheads="1"/>
          </p:cNvSpPr>
          <p:nvPr>
            <p:ph type="body" idx="1"/>
          </p:nvPr>
        </p:nvSpPr>
        <p:spPr>
          <a:noFill/>
        </p:spPr>
        <p:txBody>
          <a:bodyPr/>
          <a:lstStyle/>
          <a:p>
            <a:endParaRPr lang="en-US" altLang="ko-KR" dirty="0"/>
          </a:p>
        </p:txBody>
      </p:sp>
    </p:spTree>
    <p:extLst>
      <p:ext uri="{BB962C8B-B14F-4D97-AF65-F5344CB8AC3E}">
        <p14:creationId xmlns:p14="http://schemas.microsoft.com/office/powerpoint/2010/main" val="30822245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6F8E8F66-DECB-4BDE-96E1-5693B29B0D05}"/>
              </a:ext>
            </a:extLst>
          </p:cNvPr>
          <p:cNvSpPr>
            <a:spLocks noGrp="1" noRot="1" noChangeAspect="1" noChangeArrowheads="1" noTextEdit="1"/>
          </p:cNvSpPr>
          <p:nvPr>
            <p:ph type="sldImg"/>
          </p:nvPr>
        </p:nvSpPr>
        <p:spPr>
          <a:ln/>
        </p:spPr>
      </p:sp>
      <p:sp>
        <p:nvSpPr>
          <p:cNvPr id="7171" name="Rectangle 3">
            <a:extLst>
              <a:ext uri="{FF2B5EF4-FFF2-40B4-BE49-F238E27FC236}">
                <a16:creationId xmlns:a16="http://schemas.microsoft.com/office/drawing/2014/main" id="{3BB2D052-8850-420F-ACFD-54589A431277}"/>
              </a:ext>
            </a:extLst>
          </p:cNvPr>
          <p:cNvSpPr>
            <a:spLocks noGrp="1" noChangeArrowheads="1"/>
          </p:cNvSpPr>
          <p:nvPr>
            <p:ph type="body" idx="1"/>
          </p:nvPr>
        </p:nvSpPr>
        <p:spPr>
          <a:noFill/>
        </p:spPr>
        <p:txBody>
          <a:bodyPr/>
          <a:lstStyle/>
          <a:p>
            <a:endParaRPr lang="en-US" altLang="ko-KR" dirty="0"/>
          </a:p>
        </p:txBody>
      </p:sp>
    </p:spTree>
    <p:extLst>
      <p:ext uri="{BB962C8B-B14F-4D97-AF65-F5344CB8AC3E}">
        <p14:creationId xmlns:p14="http://schemas.microsoft.com/office/powerpoint/2010/main" val="17775796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6F8E8F66-DECB-4BDE-96E1-5693B29B0D05}"/>
              </a:ext>
            </a:extLst>
          </p:cNvPr>
          <p:cNvSpPr>
            <a:spLocks noGrp="1" noRot="1" noChangeAspect="1" noChangeArrowheads="1" noTextEdit="1"/>
          </p:cNvSpPr>
          <p:nvPr>
            <p:ph type="sldImg"/>
          </p:nvPr>
        </p:nvSpPr>
        <p:spPr>
          <a:ln/>
        </p:spPr>
      </p:sp>
      <p:sp>
        <p:nvSpPr>
          <p:cNvPr id="7171" name="Rectangle 3">
            <a:extLst>
              <a:ext uri="{FF2B5EF4-FFF2-40B4-BE49-F238E27FC236}">
                <a16:creationId xmlns:a16="http://schemas.microsoft.com/office/drawing/2014/main" id="{3BB2D052-8850-420F-ACFD-54589A431277}"/>
              </a:ext>
            </a:extLst>
          </p:cNvPr>
          <p:cNvSpPr>
            <a:spLocks noGrp="1" noChangeArrowheads="1"/>
          </p:cNvSpPr>
          <p:nvPr>
            <p:ph type="body" idx="1"/>
          </p:nvPr>
        </p:nvSpPr>
        <p:spPr>
          <a:noFill/>
        </p:spPr>
        <p:txBody>
          <a:bodyPr/>
          <a:lstStyle/>
          <a:p>
            <a:endParaRPr lang="en-US" altLang="ko-KR" dirty="0"/>
          </a:p>
        </p:txBody>
      </p:sp>
    </p:spTree>
    <p:extLst>
      <p:ext uri="{BB962C8B-B14F-4D97-AF65-F5344CB8AC3E}">
        <p14:creationId xmlns:p14="http://schemas.microsoft.com/office/powerpoint/2010/main" val="3448252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6F8E8F66-DECB-4BDE-96E1-5693B29B0D05}"/>
              </a:ext>
            </a:extLst>
          </p:cNvPr>
          <p:cNvSpPr>
            <a:spLocks noGrp="1" noRot="1" noChangeAspect="1" noChangeArrowheads="1" noTextEdit="1"/>
          </p:cNvSpPr>
          <p:nvPr>
            <p:ph type="sldImg"/>
          </p:nvPr>
        </p:nvSpPr>
        <p:spPr>
          <a:ln/>
        </p:spPr>
      </p:sp>
      <p:sp>
        <p:nvSpPr>
          <p:cNvPr id="7171" name="Rectangle 3">
            <a:extLst>
              <a:ext uri="{FF2B5EF4-FFF2-40B4-BE49-F238E27FC236}">
                <a16:creationId xmlns:a16="http://schemas.microsoft.com/office/drawing/2014/main" id="{3BB2D052-8850-420F-ACFD-54589A431277}"/>
              </a:ext>
            </a:extLst>
          </p:cNvPr>
          <p:cNvSpPr>
            <a:spLocks noGrp="1" noChangeArrowheads="1"/>
          </p:cNvSpPr>
          <p:nvPr>
            <p:ph type="body" idx="1"/>
          </p:nvPr>
        </p:nvSpPr>
        <p:spPr>
          <a:noFill/>
        </p:spPr>
        <p:txBody>
          <a:bodyPr/>
          <a:lstStyle/>
          <a:p>
            <a:endParaRPr lang="en-US" altLang="ko-KR" dirty="0"/>
          </a:p>
        </p:txBody>
      </p:sp>
    </p:spTree>
    <p:extLst>
      <p:ext uri="{BB962C8B-B14F-4D97-AF65-F5344CB8AC3E}">
        <p14:creationId xmlns:p14="http://schemas.microsoft.com/office/powerpoint/2010/main" val="27671407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6F8E8F66-DECB-4BDE-96E1-5693B29B0D05}"/>
              </a:ext>
            </a:extLst>
          </p:cNvPr>
          <p:cNvSpPr>
            <a:spLocks noGrp="1" noRot="1" noChangeAspect="1" noChangeArrowheads="1" noTextEdit="1"/>
          </p:cNvSpPr>
          <p:nvPr>
            <p:ph type="sldImg"/>
          </p:nvPr>
        </p:nvSpPr>
        <p:spPr>
          <a:ln/>
        </p:spPr>
      </p:sp>
      <p:sp>
        <p:nvSpPr>
          <p:cNvPr id="7171" name="Rectangle 3">
            <a:extLst>
              <a:ext uri="{FF2B5EF4-FFF2-40B4-BE49-F238E27FC236}">
                <a16:creationId xmlns:a16="http://schemas.microsoft.com/office/drawing/2014/main" id="{3BB2D052-8850-420F-ACFD-54589A431277}"/>
              </a:ext>
            </a:extLst>
          </p:cNvPr>
          <p:cNvSpPr>
            <a:spLocks noGrp="1" noChangeArrowheads="1"/>
          </p:cNvSpPr>
          <p:nvPr>
            <p:ph type="body" idx="1"/>
          </p:nvPr>
        </p:nvSpPr>
        <p:spPr>
          <a:noFill/>
        </p:spPr>
        <p:txBody>
          <a:bodyPr/>
          <a:lstStyle/>
          <a:p>
            <a:endParaRPr lang="en-US" altLang="ko-KR" dirty="0"/>
          </a:p>
        </p:txBody>
      </p:sp>
    </p:spTree>
    <p:extLst>
      <p:ext uri="{BB962C8B-B14F-4D97-AF65-F5344CB8AC3E}">
        <p14:creationId xmlns:p14="http://schemas.microsoft.com/office/powerpoint/2010/main" val="5883668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6F8E8F66-DECB-4BDE-96E1-5693B29B0D05}"/>
              </a:ext>
            </a:extLst>
          </p:cNvPr>
          <p:cNvSpPr>
            <a:spLocks noGrp="1" noRot="1" noChangeAspect="1" noChangeArrowheads="1" noTextEdit="1"/>
          </p:cNvSpPr>
          <p:nvPr>
            <p:ph type="sldImg"/>
          </p:nvPr>
        </p:nvSpPr>
        <p:spPr>
          <a:ln/>
        </p:spPr>
      </p:sp>
      <p:sp>
        <p:nvSpPr>
          <p:cNvPr id="7171" name="Rectangle 3">
            <a:extLst>
              <a:ext uri="{FF2B5EF4-FFF2-40B4-BE49-F238E27FC236}">
                <a16:creationId xmlns:a16="http://schemas.microsoft.com/office/drawing/2014/main" id="{3BB2D052-8850-420F-ACFD-54589A431277}"/>
              </a:ext>
            </a:extLst>
          </p:cNvPr>
          <p:cNvSpPr>
            <a:spLocks noGrp="1" noChangeArrowheads="1"/>
          </p:cNvSpPr>
          <p:nvPr>
            <p:ph type="body" idx="1"/>
          </p:nvPr>
        </p:nvSpPr>
        <p:spPr>
          <a:noFill/>
        </p:spPr>
        <p:txBody>
          <a:bodyPr/>
          <a:lstStyle/>
          <a:p>
            <a:endParaRPr lang="en-US" altLang="ko-KR" dirty="0"/>
          </a:p>
        </p:txBody>
      </p:sp>
    </p:spTree>
    <p:extLst>
      <p:ext uri="{BB962C8B-B14F-4D97-AF65-F5344CB8AC3E}">
        <p14:creationId xmlns:p14="http://schemas.microsoft.com/office/powerpoint/2010/main" val="12604554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6F8E8F66-DECB-4BDE-96E1-5693B29B0D05}"/>
              </a:ext>
            </a:extLst>
          </p:cNvPr>
          <p:cNvSpPr>
            <a:spLocks noGrp="1" noRot="1" noChangeAspect="1" noChangeArrowheads="1" noTextEdit="1"/>
          </p:cNvSpPr>
          <p:nvPr>
            <p:ph type="sldImg"/>
          </p:nvPr>
        </p:nvSpPr>
        <p:spPr>
          <a:ln/>
        </p:spPr>
      </p:sp>
      <p:sp>
        <p:nvSpPr>
          <p:cNvPr id="7171" name="Rectangle 3">
            <a:extLst>
              <a:ext uri="{FF2B5EF4-FFF2-40B4-BE49-F238E27FC236}">
                <a16:creationId xmlns:a16="http://schemas.microsoft.com/office/drawing/2014/main" id="{3BB2D052-8850-420F-ACFD-54589A431277}"/>
              </a:ext>
            </a:extLst>
          </p:cNvPr>
          <p:cNvSpPr>
            <a:spLocks noGrp="1" noChangeArrowheads="1"/>
          </p:cNvSpPr>
          <p:nvPr>
            <p:ph type="body" idx="1"/>
          </p:nvPr>
        </p:nvSpPr>
        <p:spPr>
          <a:noFill/>
        </p:spPr>
        <p:txBody>
          <a:bodyPr/>
          <a:lstStyle/>
          <a:p>
            <a:endParaRPr lang="en-US" altLang="ko-KR" dirty="0"/>
          </a:p>
        </p:txBody>
      </p:sp>
    </p:spTree>
    <p:extLst>
      <p:ext uri="{BB962C8B-B14F-4D97-AF65-F5344CB8AC3E}">
        <p14:creationId xmlns:p14="http://schemas.microsoft.com/office/powerpoint/2010/main" val="248332188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6F8E8F66-DECB-4BDE-96E1-5693B29B0D05}"/>
              </a:ext>
            </a:extLst>
          </p:cNvPr>
          <p:cNvSpPr>
            <a:spLocks noGrp="1" noRot="1" noChangeAspect="1" noChangeArrowheads="1" noTextEdit="1"/>
          </p:cNvSpPr>
          <p:nvPr>
            <p:ph type="sldImg"/>
          </p:nvPr>
        </p:nvSpPr>
        <p:spPr>
          <a:ln/>
        </p:spPr>
      </p:sp>
      <p:sp>
        <p:nvSpPr>
          <p:cNvPr id="7171" name="Rectangle 3">
            <a:extLst>
              <a:ext uri="{FF2B5EF4-FFF2-40B4-BE49-F238E27FC236}">
                <a16:creationId xmlns:a16="http://schemas.microsoft.com/office/drawing/2014/main" id="{3BB2D052-8850-420F-ACFD-54589A431277}"/>
              </a:ext>
            </a:extLst>
          </p:cNvPr>
          <p:cNvSpPr>
            <a:spLocks noGrp="1" noChangeArrowheads="1"/>
          </p:cNvSpPr>
          <p:nvPr>
            <p:ph type="body" idx="1"/>
          </p:nvPr>
        </p:nvSpPr>
        <p:spPr>
          <a:noFill/>
        </p:spPr>
        <p:txBody>
          <a:bodyPr/>
          <a:lstStyle/>
          <a:p>
            <a:endParaRPr lang="en-US" altLang="ko-KR" dirty="0"/>
          </a:p>
        </p:txBody>
      </p:sp>
    </p:spTree>
    <p:extLst>
      <p:ext uri="{BB962C8B-B14F-4D97-AF65-F5344CB8AC3E}">
        <p14:creationId xmlns:p14="http://schemas.microsoft.com/office/powerpoint/2010/main" val="24595574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6F8E8F66-DECB-4BDE-96E1-5693B29B0D05}"/>
              </a:ext>
            </a:extLst>
          </p:cNvPr>
          <p:cNvSpPr>
            <a:spLocks noGrp="1" noRot="1" noChangeAspect="1" noChangeArrowheads="1" noTextEdit="1"/>
          </p:cNvSpPr>
          <p:nvPr>
            <p:ph type="sldImg"/>
          </p:nvPr>
        </p:nvSpPr>
        <p:spPr>
          <a:ln/>
        </p:spPr>
      </p:sp>
      <p:sp>
        <p:nvSpPr>
          <p:cNvPr id="7171" name="Rectangle 3">
            <a:extLst>
              <a:ext uri="{FF2B5EF4-FFF2-40B4-BE49-F238E27FC236}">
                <a16:creationId xmlns:a16="http://schemas.microsoft.com/office/drawing/2014/main" id="{3BB2D052-8850-420F-ACFD-54589A431277}"/>
              </a:ext>
            </a:extLst>
          </p:cNvPr>
          <p:cNvSpPr>
            <a:spLocks noGrp="1" noChangeArrowheads="1"/>
          </p:cNvSpPr>
          <p:nvPr>
            <p:ph type="body" idx="1"/>
          </p:nvPr>
        </p:nvSpPr>
        <p:spPr>
          <a:noFill/>
        </p:spPr>
        <p:txBody>
          <a:bodyPr/>
          <a:lstStyle/>
          <a:p>
            <a:endParaRPr lang="en-US" altLang="ko-KR" dirty="0"/>
          </a:p>
        </p:txBody>
      </p:sp>
    </p:spTree>
    <p:extLst>
      <p:ext uri="{BB962C8B-B14F-4D97-AF65-F5344CB8AC3E}">
        <p14:creationId xmlns:p14="http://schemas.microsoft.com/office/powerpoint/2010/main" val="1336331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6F8E8F66-DECB-4BDE-96E1-5693B29B0D05}"/>
              </a:ext>
            </a:extLst>
          </p:cNvPr>
          <p:cNvSpPr>
            <a:spLocks noGrp="1" noRot="1" noChangeAspect="1" noChangeArrowheads="1" noTextEdit="1"/>
          </p:cNvSpPr>
          <p:nvPr>
            <p:ph type="sldImg"/>
          </p:nvPr>
        </p:nvSpPr>
        <p:spPr>
          <a:ln/>
        </p:spPr>
      </p:sp>
      <p:sp>
        <p:nvSpPr>
          <p:cNvPr id="7171" name="Rectangle 3">
            <a:extLst>
              <a:ext uri="{FF2B5EF4-FFF2-40B4-BE49-F238E27FC236}">
                <a16:creationId xmlns:a16="http://schemas.microsoft.com/office/drawing/2014/main" id="{3BB2D052-8850-420F-ACFD-54589A431277}"/>
              </a:ext>
            </a:extLst>
          </p:cNvPr>
          <p:cNvSpPr>
            <a:spLocks noGrp="1" noChangeArrowheads="1"/>
          </p:cNvSpPr>
          <p:nvPr>
            <p:ph type="body" idx="1"/>
          </p:nvPr>
        </p:nvSpPr>
        <p:spPr>
          <a:noFill/>
        </p:spPr>
        <p:txBody>
          <a:bodyPr/>
          <a:lstStyle/>
          <a:p>
            <a:endParaRPr lang="en-US" altLang="ko-KR" dirty="0"/>
          </a:p>
        </p:txBody>
      </p:sp>
    </p:spTree>
    <p:extLst>
      <p:ext uri="{BB962C8B-B14F-4D97-AF65-F5344CB8AC3E}">
        <p14:creationId xmlns:p14="http://schemas.microsoft.com/office/powerpoint/2010/main" val="271989564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6F8E8F66-DECB-4BDE-96E1-5693B29B0D05}"/>
              </a:ext>
            </a:extLst>
          </p:cNvPr>
          <p:cNvSpPr>
            <a:spLocks noGrp="1" noRot="1" noChangeAspect="1" noChangeArrowheads="1" noTextEdit="1"/>
          </p:cNvSpPr>
          <p:nvPr>
            <p:ph type="sldImg"/>
          </p:nvPr>
        </p:nvSpPr>
        <p:spPr>
          <a:ln/>
        </p:spPr>
      </p:sp>
      <p:sp>
        <p:nvSpPr>
          <p:cNvPr id="7171" name="Rectangle 3">
            <a:extLst>
              <a:ext uri="{FF2B5EF4-FFF2-40B4-BE49-F238E27FC236}">
                <a16:creationId xmlns:a16="http://schemas.microsoft.com/office/drawing/2014/main" id="{3BB2D052-8850-420F-ACFD-54589A431277}"/>
              </a:ext>
            </a:extLst>
          </p:cNvPr>
          <p:cNvSpPr>
            <a:spLocks noGrp="1" noChangeArrowheads="1"/>
          </p:cNvSpPr>
          <p:nvPr>
            <p:ph type="body" idx="1"/>
          </p:nvPr>
        </p:nvSpPr>
        <p:spPr>
          <a:noFill/>
        </p:spPr>
        <p:txBody>
          <a:bodyPr/>
          <a:lstStyle/>
          <a:p>
            <a:endParaRPr lang="en-US" altLang="ko-KR" dirty="0"/>
          </a:p>
        </p:txBody>
      </p:sp>
    </p:spTree>
    <p:extLst>
      <p:ext uri="{BB962C8B-B14F-4D97-AF65-F5344CB8AC3E}">
        <p14:creationId xmlns:p14="http://schemas.microsoft.com/office/powerpoint/2010/main" val="328567386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6F8E8F66-DECB-4BDE-96E1-5693B29B0D05}"/>
              </a:ext>
            </a:extLst>
          </p:cNvPr>
          <p:cNvSpPr>
            <a:spLocks noGrp="1" noRot="1" noChangeAspect="1" noChangeArrowheads="1" noTextEdit="1"/>
          </p:cNvSpPr>
          <p:nvPr>
            <p:ph type="sldImg"/>
          </p:nvPr>
        </p:nvSpPr>
        <p:spPr>
          <a:ln/>
        </p:spPr>
      </p:sp>
      <p:sp>
        <p:nvSpPr>
          <p:cNvPr id="7171" name="Rectangle 3">
            <a:extLst>
              <a:ext uri="{FF2B5EF4-FFF2-40B4-BE49-F238E27FC236}">
                <a16:creationId xmlns:a16="http://schemas.microsoft.com/office/drawing/2014/main" id="{3BB2D052-8850-420F-ACFD-54589A431277}"/>
              </a:ext>
            </a:extLst>
          </p:cNvPr>
          <p:cNvSpPr>
            <a:spLocks noGrp="1" noChangeArrowheads="1"/>
          </p:cNvSpPr>
          <p:nvPr>
            <p:ph type="body" idx="1"/>
          </p:nvPr>
        </p:nvSpPr>
        <p:spPr>
          <a:noFill/>
        </p:spPr>
        <p:txBody>
          <a:bodyPr/>
          <a:lstStyle/>
          <a:p>
            <a:endParaRPr lang="en-US" altLang="ko-KR" dirty="0"/>
          </a:p>
        </p:txBody>
      </p:sp>
    </p:spTree>
    <p:extLst>
      <p:ext uri="{BB962C8B-B14F-4D97-AF65-F5344CB8AC3E}">
        <p14:creationId xmlns:p14="http://schemas.microsoft.com/office/powerpoint/2010/main" val="30691595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D5BA0025-300A-4296-9B33-0FAD6E3D1282}"/>
              </a:ext>
            </a:extLst>
          </p:cNvPr>
          <p:cNvGrpSpPr>
            <a:grpSpLocks/>
          </p:cNvGrpSpPr>
          <p:nvPr/>
        </p:nvGrpSpPr>
        <p:grpSpPr bwMode="auto">
          <a:xfrm>
            <a:off x="0" y="2438400"/>
            <a:ext cx="9009063" cy="1052513"/>
            <a:chOff x="0" y="1536"/>
            <a:chExt cx="5675" cy="663"/>
          </a:xfrm>
        </p:grpSpPr>
        <p:grpSp>
          <p:nvGrpSpPr>
            <p:cNvPr id="5" name="Group 3">
              <a:extLst>
                <a:ext uri="{FF2B5EF4-FFF2-40B4-BE49-F238E27FC236}">
                  <a16:creationId xmlns:a16="http://schemas.microsoft.com/office/drawing/2014/main" id="{1C873EC7-72A1-4952-AC2D-5215A402335B}"/>
                </a:ext>
              </a:extLst>
            </p:cNvPr>
            <p:cNvGrpSpPr>
              <a:grpSpLocks/>
            </p:cNvGrpSpPr>
            <p:nvPr/>
          </p:nvGrpSpPr>
          <p:grpSpPr bwMode="auto">
            <a:xfrm>
              <a:off x="183" y="1604"/>
              <a:ext cx="448" cy="299"/>
              <a:chOff x="720" y="336"/>
              <a:chExt cx="624" cy="432"/>
            </a:xfrm>
          </p:grpSpPr>
          <p:sp>
            <p:nvSpPr>
              <p:cNvPr id="12" name="Rectangle 4">
                <a:extLst>
                  <a:ext uri="{FF2B5EF4-FFF2-40B4-BE49-F238E27FC236}">
                    <a16:creationId xmlns:a16="http://schemas.microsoft.com/office/drawing/2014/main" id="{5EE46240-023B-4F73-BD9C-1C9A08A95667}"/>
                  </a:ext>
                </a:extLst>
              </p:cNvPr>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굴림" panose="020B0600000101010101" pitchFamily="50" charset="-127"/>
                  </a:defRPr>
                </a:lvl1pPr>
                <a:lvl2pPr marL="742950" indent="-285750">
                  <a:defRPr>
                    <a:solidFill>
                      <a:schemeClr val="tx1"/>
                    </a:solidFill>
                    <a:latin typeface="Arial" panose="020B0604020202020204" pitchFamily="34" charset="0"/>
                    <a:ea typeface="굴림" panose="020B0600000101010101" pitchFamily="50" charset="-127"/>
                  </a:defRPr>
                </a:lvl2pPr>
                <a:lvl3pPr marL="1143000" indent="-228600">
                  <a:defRPr>
                    <a:solidFill>
                      <a:schemeClr val="tx1"/>
                    </a:solidFill>
                    <a:latin typeface="Arial" panose="020B0604020202020204" pitchFamily="34" charset="0"/>
                    <a:ea typeface="굴림" panose="020B0600000101010101" pitchFamily="50" charset="-127"/>
                  </a:defRPr>
                </a:lvl3pPr>
                <a:lvl4pPr marL="1600200" indent="-228600">
                  <a:defRPr>
                    <a:solidFill>
                      <a:schemeClr val="tx1"/>
                    </a:solidFill>
                    <a:latin typeface="Arial" panose="020B0604020202020204" pitchFamily="34" charset="0"/>
                    <a:ea typeface="굴림" panose="020B0600000101010101" pitchFamily="50" charset="-127"/>
                  </a:defRPr>
                </a:lvl4pPr>
                <a:lvl5pPr marL="2057400" indent="-228600">
                  <a:defRPr>
                    <a:solidFill>
                      <a:schemeClr val="tx1"/>
                    </a:solidFill>
                    <a:latin typeface="Arial" panose="020B0604020202020204" pitchFamily="34" charset="0"/>
                    <a:ea typeface="굴림" panose="020B0600000101010101" pitchFamily="50"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9pPr>
              </a:lstStyle>
              <a:p>
                <a:pPr>
                  <a:defRPr/>
                </a:pPr>
                <a:endParaRPr lang="en-US" altLang="en-US"/>
              </a:p>
            </p:txBody>
          </p:sp>
          <p:sp>
            <p:nvSpPr>
              <p:cNvPr id="13" name="Rectangle 5">
                <a:extLst>
                  <a:ext uri="{FF2B5EF4-FFF2-40B4-BE49-F238E27FC236}">
                    <a16:creationId xmlns:a16="http://schemas.microsoft.com/office/drawing/2014/main" id="{38873417-0285-4B62-9052-C886D60376B0}"/>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굴림" panose="020B0600000101010101" pitchFamily="50" charset="-127"/>
                  </a:defRPr>
                </a:lvl1pPr>
                <a:lvl2pPr marL="742950" indent="-285750">
                  <a:defRPr>
                    <a:solidFill>
                      <a:schemeClr val="tx1"/>
                    </a:solidFill>
                    <a:latin typeface="Arial" panose="020B0604020202020204" pitchFamily="34" charset="0"/>
                    <a:ea typeface="굴림" panose="020B0600000101010101" pitchFamily="50" charset="-127"/>
                  </a:defRPr>
                </a:lvl2pPr>
                <a:lvl3pPr marL="1143000" indent="-228600">
                  <a:defRPr>
                    <a:solidFill>
                      <a:schemeClr val="tx1"/>
                    </a:solidFill>
                    <a:latin typeface="Arial" panose="020B0604020202020204" pitchFamily="34" charset="0"/>
                    <a:ea typeface="굴림" panose="020B0600000101010101" pitchFamily="50" charset="-127"/>
                  </a:defRPr>
                </a:lvl3pPr>
                <a:lvl4pPr marL="1600200" indent="-228600">
                  <a:defRPr>
                    <a:solidFill>
                      <a:schemeClr val="tx1"/>
                    </a:solidFill>
                    <a:latin typeface="Arial" panose="020B0604020202020204" pitchFamily="34" charset="0"/>
                    <a:ea typeface="굴림" panose="020B0600000101010101" pitchFamily="50" charset="-127"/>
                  </a:defRPr>
                </a:lvl4pPr>
                <a:lvl5pPr marL="2057400" indent="-228600">
                  <a:defRPr>
                    <a:solidFill>
                      <a:schemeClr val="tx1"/>
                    </a:solidFill>
                    <a:latin typeface="Arial" panose="020B0604020202020204" pitchFamily="34" charset="0"/>
                    <a:ea typeface="굴림" panose="020B0600000101010101" pitchFamily="50"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9pPr>
              </a:lstStyle>
              <a:p>
                <a:pPr>
                  <a:defRPr/>
                </a:pPr>
                <a:endParaRPr lang="en-US" altLang="en-US"/>
              </a:p>
            </p:txBody>
          </p:sp>
        </p:grpSp>
        <p:grpSp>
          <p:nvGrpSpPr>
            <p:cNvPr id="6" name="Group 6">
              <a:extLst>
                <a:ext uri="{FF2B5EF4-FFF2-40B4-BE49-F238E27FC236}">
                  <a16:creationId xmlns:a16="http://schemas.microsoft.com/office/drawing/2014/main" id="{DDD712B7-2A52-4ECE-BADB-D47394FAAA2C}"/>
                </a:ext>
              </a:extLst>
            </p:cNvPr>
            <p:cNvGrpSpPr>
              <a:grpSpLocks/>
            </p:cNvGrpSpPr>
            <p:nvPr/>
          </p:nvGrpSpPr>
          <p:grpSpPr bwMode="auto">
            <a:xfrm>
              <a:off x="261" y="1870"/>
              <a:ext cx="465" cy="299"/>
              <a:chOff x="912" y="2640"/>
              <a:chExt cx="672" cy="432"/>
            </a:xfrm>
          </p:grpSpPr>
          <p:sp>
            <p:nvSpPr>
              <p:cNvPr id="10" name="Rectangle 7">
                <a:extLst>
                  <a:ext uri="{FF2B5EF4-FFF2-40B4-BE49-F238E27FC236}">
                    <a16:creationId xmlns:a16="http://schemas.microsoft.com/office/drawing/2014/main" id="{6B3E4A82-4BE0-40BE-BFF3-DC22DCB09823}"/>
                  </a:ext>
                </a:extLst>
              </p:cNvPr>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굴림" panose="020B0600000101010101" pitchFamily="50" charset="-127"/>
                  </a:defRPr>
                </a:lvl1pPr>
                <a:lvl2pPr marL="742950" indent="-285750">
                  <a:defRPr>
                    <a:solidFill>
                      <a:schemeClr val="tx1"/>
                    </a:solidFill>
                    <a:latin typeface="Arial" panose="020B0604020202020204" pitchFamily="34" charset="0"/>
                    <a:ea typeface="굴림" panose="020B0600000101010101" pitchFamily="50" charset="-127"/>
                  </a:defRPr>
                </a:lvl2pPr>
                <a:lvl3pPr marL="1143000" indent="-228600">
                  <a:defRPr>
                    <a:solidFill>
                      <a:schemeClr val="tx1"/>
                    </a:solidFill>
                    <a:latin typeface="Arial" panose="020B0604020202020204" pitchFamily="34" charset="0"/>
                    <a:ea typeface="굴림" panose="020B0600000101010101" pitchFamily="50" charset="-127"/>
                  </a:defRPr>
                </a:lvl3pPr>
                <a:lvl4pPr marL="1600200" indent="-228600">
                  <a:defRPr>
                    <a:solidFill>
                      <a:schemeClr val="tx1"/>
                    </a:solidFill>
                    <a:latin typeface="Arial" panose="020B0604020202020204" pitchFamily="34" charset="0"/>
                    <a:ea typeface="굴림" panose="020B0600000101010101" pitchFamily="50" charset="-127"/>
                  </a:defRPr>
                </a:lvl4pPr>
                <a:lvl5pPr marL="2057400" indent="-228600">
                  <a:defRPr>
                    <a:solidFill>
                      <a:schemeClr val="tx1"/>
                    </a:solidFill>
                    <a:latin typeface="Arial" panose="020B0604020202020204" pitchFamily="34" charset="0"/>
                    <a:ea typeface="굴림" panose="020B0600000101010101" pitchFamily="50"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9pPr>
              </a:lstStyle>
              <a:p>
                <a:pPr>
                  <a:defRPr/>
                </a:pPr>
                <a:endParaRPr lang="en-US" altLang="en-US"/>
              </a:p>
            </p:txBody>
          </p:sp>
          <p:sp>
            <p:nvSpPr>
              <p:cNvPr id="11" name="Rectangle 8">
                <a:extLst>
                  <a:ext uri="{FF2B5EF4-FFF2-40B4-BE49-F238E27FC236}">
                    <a16:creationId xmlns:a16="http://schemas.microsoft.com/office/drawing/2014/main" id="{B05B78DC-ADA5-42D0-ABA5-816FD0522FCA}"/>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굴림" panose="020B0600000101010101" pitchFamily="50" charset="-127"/>
                  </a:defRPr>
                </a:lvl1pPr>
                <a:lvl2pPr marL="742950" indent="-285750">
                  <a:defRPr>
                    <a:solidFill>
                      <a:schemeClr val="tx1"/>
                    </a:solidFill>
                    <a:latin typeface="Arial" panose="020B0604020202020204" pitchFamily="34" charset="0"/>
                    <a:ea typeface="굴림" panose="020B0600000101010101" pitchFamily="50" charset="-127"/>
                  </a:defRPr>
                </a:lvl2pPr>
                <a:lvl3pPr marL="1143000" indent="-228600">
                  <a:defRPr>
                    <a:solidFill>
                      <a:schemeClr val="tx1"/>
                    </a:solidFill>
                    <a:latin typeface="Arial" panose="020B0604020202020204" pitchFamily="34" charset="0"/>
                    <a:ea typeface="굴림" panose="020B0600000101010101" pitchFamily="50" charset="-127"/>
                  </a:defRPr>
                </a:lvl3pPr>
                <a:lvl4pPr marL="1600200" indent="-228600">
                  <a:defRPr>
                    <a:solidFill>
                      <a:schemeClr val="tx1"/>
                    </a:solidFill>
                    <a:latin typeface="Arial" panose="020B0604020202020204" pitchFamily="34" charset="0"/>
                    <a:ea typeface="굴림" panose="020B0600000101010101" pitchFamily="50" charset="-127"/>
                  </a:defRPr>
                </a:lvl4pPr>
                <a:lvl5pPr marL="2057400" indent="-228600">
                  <a:defRPr>
                    <a:solidFill>
                      <a:schemeClr val="tx1"/>
                    </a:solidFill>
                    <a:latin typeface="Arial" panose="020B0604020202020204" pitchFamily="34" charset="0"/>
                    <a:ea typeface="굴림" panose="020B0600000101010101" pitchFamily="50"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9pPr>
              </a:lstStyle>
              <a:p>
                <a:pPr>
                  <a:defRPr/>
                </a:pPr>
                <a:endParaRPr lang="en-US" altLang="en-US"/>
              </a:p>
            </p:txBody>
          </p:sp>
        </p:grpSp>
        <p:sp>
          <p:nvSpPr>
            <p:cNvPr id="7" name="Rectangle 9">
              <a:extLst>
                <a:ext uri="{FF2B5EF4-FFF2-40B4-BE49-F238E27FC236}">
                  <a16:creationId xmlns:a16="http://schemas.microsoft.com/office/drawing/2014/main" id="{25309989-A2AC-425F-A9A0-F5C70130ADD9}"/>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굴림" panose="020B0600000101010101" pitchFamily="50" charset="-127"/>
                </a:defRPr>
              </a:lvl1pPr>
              <a:lvl2pPr marL="742950" indent="-285750">
                <a:defRPr>
                  <a:solidFill>
                    <a:schemeClr val="tx1"/>
                  </a:solidFill>
                  <a:latin typeface="Arial" panose="020B0604020202020204" pitchFamily="34" charset="0"/>
                  <a:ea typeface="굴림" panose="020B0600000101010101" pitchFamily="50" charset="-127"/>
                </a:defRPr>
              </a:lvl2pPr>
              <a:lvl3pPr marL="1143000" indent="-228600">
                <a:defRPr>
                  <a:solidFill>
                    <a:schemeClr val="tx1"/>
                  </a:solidFill>
                  <a:latin typeface="Arial" panose="020B0604020202020204" pitchFamily="34" charset="0"/>
                  <a:ea typeface="굴림" panose="020B0600000101010101" pitchFamily="50" charset="-127"/>
                </a:defRPr>
              </a:lvl3pPr>
              <a:lvl4pPr marL="1600200" indent="-228600">
                <a:defRPr>
                  <a:solidFill>
                    <a:schemeClr val="tx1"/>
                  </a:solidFill>
                  <a:latin typeface="Arial" panose="020B0604020202020204" pitchFamily="34" charset="0"/>
                  <a:ea typeface="굴림" panose="020B0600000101010101" pitchFamily="50" charset="-127"/>
                </a:defRPr>
              </a:lvl4pPr>
              <a:lvl5pPr marL="2057400" indent="-228600">
                <a:defRPr>
                  <a:solidFill>
                    <a:schemeClr val="tx1"/>
                  </a:solidFill>
                  <a:latin typeface="Arial" panose="020B0604020202020204" pitchFamily="34" charset="0"/>
                  <a:ea typeface="굴림" panose="020B0600000101010101" pitchFamily="50"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9pPr>
            </a:lstStyle>
            <a:p>
              <a:pPr>
                <a:defRPr/>
              </a:pPr>
              <a:endParaRPr lang="en-US" altLang="en-US"/>
            </a:p>
          </p:txBody>
        </p:sp>
        <p:sp>
          <p:nvSpPr>
            <p:cNvPr id="8" name="Rectangle 10">
              <a:extLst>
                <a:ext uri="{FF2B5EF4-FFF2-40B4-BE49-F238E27FC236}">
                  <a16:creationId xmlns:a16="http://schemas.microsoft.com/office/drawing/2014/main" id="{4FF6FA5A-D0A7-476B-B3B1-C20102A8A40E}"/>
                </a:ext>
              </a:extLst>
            </p:cNvPr>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굴림" panose="020B0600000101010101" pitchFamily="50" charset="-127"/>
                </a:defRPr>
              </a:lvl1pPr>
              <a:lvl2pPr marL="742950" indent="-285750">
                <a:defRPr>
                  <a:solidFill>
                    <a:schemeClr val="tx1"/>
                  </a:solidFill>
                  <a:latin typeface="Arial" panose="020B0604020202020204" pitchFamily="34" charset="0"/>
                  <a:ea typeface="굴림" panose="020B0600000101010101" pitchFamily="50" charset="-127"/>
                </a:defRPr>
              </a:lvl2pPr>
              <a:lvl3pPr marL="1143000" indent="-228600">
                <a:defRPr>
                  <a:solidFill>
                    <a:schemeClr val="tx1"/>
                  </a:solidFill>
                  <a:latin typeface="Arial" panose="020B0604020202020204" pitchFamily="34" charset="0"/>
                  <a:ea typeface="굴림" panose="020B0600000101010101" pitchFamily="50" charset="-127"/>
                </a:defRPr>
              </a:lvl3pPr>
              <a:lvl4pPr marL="1600200" indent="-228600">
                <a:defRPr>
                  <a:solidFill>
                    <a:schemeClr val="tx1"/>
                  </a:solidFill>
                  <a:latin typeface="Arial" panose="020B0604020202020204" pitchFamily="34" charset="0"/>
                  <a:ea typeface="굴림" panose="020B0600000101010101" pitchFamily="50" charset="-127"/>
                </a:defRPr>
              </a:lvl4pPr>
              <a:lvl5pPr marL="2057400" indent="-228600">
                <a:defRPr>
                  <a:solidFill>
                    <a:schemeClr val="tx1"/>
                  </a:solidFill>
                  <a:latin typeface="Arial" panose="020B0604020202020204" pitchFamily="34" charset="0"/>
                  <a:ea typeface="굴림" panose="020B0600000101010101" pitchFamily="50"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9pPr>
            </a:lstStyle>
            <a:p>
              <a:pPr>
                <a:defRPr/>
              </a:pPr>
              <a:endParaRPr lang="en-US" altLang="en-US"/>
            </a:p>
          </p:txBody>
        </p:sp>
        <p:sp>
          <p:nvSpPr>
            <p:cNvPr id="9" name="Rectangle 11">
              <a:extLst>
                <a:ext uri="{FF2B5EF4-FFF2-40B4-BE49-F238E27FC236}">
                  <a16:creationId xmlns:a16="http://schemas.microsoft.com/office/drawing/2014/main" id="{C04BFCD1-0F31-4539-98E5-84ACF78D4E82}"/>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굴림" panose="020B0600000101010101" pitchFamily="50" charset="-127"/>
                </a:defRPr>
              </a:lvl1pPr>
              <a:lvl2pPr marL="742950" indent="-285750">
                <a:defRPr>
                  <a:solidFill>
                    <a:schemeClr val="tx1"/>
                  </a:solidFill>
                  <a:latin typeface="Arial" panose="020B0604020202020204" pitchFamily="34" charset="0"/>
                  <a:ea typeface="굴림" panose="020B0600000101010101" pitchFamily="50" charset="-127"/>
                </a:defRPr>
              </a:lvl2pPr>
              <a:lvl3pPr marL="1143000" indent="-228600">
                <a:defRPr>
                  <a:solidFill>
                    <a:schemeClr val="tx1"/>
                  </a:solidFill>
                  <a:latin typeface="Arial" panose="020B0604020202020204" pitchFamily="34" charset="0"/>
                  <a:ea typeface="굴림" panose="020B0600000101010101" pitchFamily="50" charset="-127"/>
                </a:defRPr>
              </a:lvl3pPr>
              <a:lvl4pPr marL="1600200" indent="-228600">
                <a:defRPr>
                  <a:solidFill>
                    <a:schemeClr val="tx1"/>
                  </a:solidFill>
                  <a:latin typeface="Arial" panose="020B0604020202020204" pitchFamily="34" charset="0"/>
                  <a:ea typeface="굴림" panose="020B0600000101010101" pitchFamily="50" charset="-127"/>
                </a:defRPr>
              </a:lvl4pPr>
              <a:lvl5pPr marL="2057400" indent="-228600">
                <a:defRPr>
                  <a:solidFill>
                    <a:schemeClr val="tx1"/>
                  </a:solidFill>
                  <a:latin typeface="Arial" panose="020B0604020202020204" pitchFamily="34" charset="0"/>
                  <a:ea typeface="굴림" panose="020B0600000101010101" pitchFamily="50"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9pPr>
            </a:lstStyle>
            <a:p>
              <a:pPr>
                <a:defRPr/>
              </a:pPr>
              <a:endParaRPr lang="en-US" altLang="en-US"/>
            </a:p>
          </p:txBody>
        </p:sp>
      </p:grpSp>
      <p:sp>
        <p:nvSpPr>
          <p:cNvPr id="1242124" name="Rectangle 12"/>
          <p:cNvSpPr>
            <a:spLocks noGrp="1" noChangeArrowheads="1"/>
          </p:cNvSpPr>
          <p:nvPr>
            <p:ph type="ctrTitle"/>
          </p:nvPr>
        </p:nvSpPr>
        <p:spPr>
          <a:xfrm>
            <a:off x="990600" y="1828800"/>
            <a:ext cx="7772400" cy="1143000"/>
          </a:xfrm>
        </p:spPr>
        <p:txBody>
          <a:bodyPr/>
          <a:lstStyle>
            <a:lvl1pPr>
              <a:defRPr/>
            </a:lvl1pPr>
          </a:lstStyle>
          <a:p>
            <a:pPr lvl="0"/>
            <a:r>
              <a:rPr lang="en-US" altLang="ko-KR" noProof="0"/>
              <a:t>Click to edit Master title style</a:t>
            </a:r>
          </a:p>
        </p:txBody>
      </p:sp>
      <p:sp>
        <p:nvSpPr>
          <p:cNvPr id="1242125"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en-US" altLang="ko-KR" noProof="0"/>
              <a:t>Click to edit Master subtitle style</a:t>
            </a:r>
          </a:p>
        </p:txBody>
      </p:sp>
    </p:spTree>
    <p:extLst>
      <p:ext uri="{BB962C8B-B14F-4D97-AF65-F5344CB8AC3E}">
        <p14:creationId xmlns:p14="http://schemas.microsoft.com/office/powerpoint/2010/main" val="36232087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860669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20609169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82688" y="2017713"/>
            <a:ext cx="3810000" cy="41148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145088" y="2017713"/>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934681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76064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673129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714886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7830938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5703187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37875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04050" y="617538"/>
            <a:ext cx="1951038" cy="55149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50938" y="617538"/>
            <a:ext cx="5700712" cy="55149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358437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1150938" y="617538"/>
            <a:ext cx="7804150" cy="5514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838396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2"/>
          <p:cNvSpPr>
            <a:spLocks noGrp="1" noChangeArrowheads="1"/>
          </p:cNvSpPr>
          <p:nvPr>
            <p:ph type="ctrTitle"/>
          </p:nvPr>
        </p:nvSpPr>
        <p:spPr>
          <a:xfrm>
            <a:off x="614363" y="-42863"/>
            <a:ext cx="7513637" cy="1143001"/>
          </a:xfrm>
        </p:spPr>
        <p:txBody>
          <a:bodyPr/>
          <a:lstStyle>
            <a:lvl1pPr>
              <a:lnSpc>
                <a:spcPct val="120000"/>
              </a:lnSpc>
              <a:spcAft>
                <a:spcPct val="20000"/>
              </a:spcAft>
              <a:defRPr/>
            </a:lvl1pPr>
          </a:lstStyle>
          <a:p>
            <a:pPr lvl="0"/>
            <a:r>
              <a:rPr lang="en-US" noProof="0" dirty="0"/>
              <a:t>Click to edit Master title style</a:t>
            </a:r>
          </a:p>
        </p:txBody>
      </p:sp>
      <p:sp>
        <p:nvSpPr>
          <p:cNvPr id="8" name="Rectangle 3"/>
          <p:cNvSpPr>
            <a:spLocks noGrp="1" noChangeArrowheads="1"/>
          </p:cNvSpPr>
          <p:nvPr>
            <p:ph type="subTitle" idx="1"/>
          </p:nvPr>
        </p:nvSpPr>
        <p:spPr>
          <a:xfrm>
            <a:off x="566738" y="3076575"/>
            <a:ext cx="6400800" cy="1752600"/>
          </a:xfrm>
        </p:spPr>
        <p:txBody>
          <a:bodyPr/>
          <a:lstStyle>
            <a:lvl1pPr>
              <a:spcBef>
                <a:spcPct val="0"/>
              </a:spcBef>
              <a:spcAft>
                <a:spcPct val="0"/>
              </a:spcAft>
              <a:defRPr sz="3600"/>
            </a:lvl1pPr>
          </a:lstStyle>
          <a:p>
            <a:pPr lvl="0"/>
            <a:r>
              <a:rPr lang="en-US" noProof="0" dirty="0"/>
              <a:t>Click to edit Master subtitle style</a:t>
            </a:r>
          </a:p>
        </p:txBody>
      </p:sp>
      <p:pic>
        <p:nvPicPr>
          <p:cNvPr id="5" name="Picture 4" descr="TTUS SEAL Bline.eps"/>
          <p:cNvPicPr>
            <a:picLocks noChangeAspect="1"/>
          </p:cNvPicPr>
          <p:nvPr userDrawn="1"/>
        </p:nvPicPr>
        <p:blipFill>
          <a:blip r:embed="rId2">
            <a:alphaModFix amt="13000"/>
            <a:extLst>
              <a:ext uri="{28A0092B-C50C-407E-A947-70E740481C1C}">
                <a14:useLocalDpi xmlns:a14="http://schemas.microsoft.com/office/drawing/2010/main" val="0"/>
              </a:ext>
            </a:extLst>
          </a:blip>
          <a:stretch>
            <a:fillRect/>
          </a:stretch>
        </p:blipFill>
        <p:spPr>
          <a:xfrm>
            <a:off x="4876133" y="1715449"/>
            <a:ext cx="4685806" cy="4685806"/>
          </a:xfrm>
          <a:prstGeom prst="rect">
            <a:avLst/>
          </a:prstGeom>
        </p:spPr>
      </p:pic>
      <p:sp>
        <p:nvSpPr>
          <p:cNvPr id="2" name="슬라이드 번호 개체 틀 1">
            <a:extLst>
              <a:ext uri="{FF2B5EF4-FFF2-40B4-BE49-F238E27FC236}">
                <a16:creationId xmlns:a16="http://schemas.microsoft.com/office/drawing/2014/main" id="{85DCAB04-5C8A-4A3E-BB23-CD70712956F3}"/>
              </a:ext>
            </a:extLst>
          </p:cNvPr>
          <p:cNvSpPr>
            <a:spLocks noGrp="1"/>
          </p:cNvSpPr>
          <p:nvPr>
            <p:ph type="sldNum" sz="quarter" idx="10"/>
          </p:nvPr>
        </p:nvSpPr>
        <p:spPr/>
        <p:txBody>
          <a:bodyPr/>
          <a:lstStyle/>
          <a:p>
            <a:fld id="{18941CFF-B491-4296-AD0F-8E463E38FFDE}" type="slidenum">
              <a:rPr lang="en-US" smtClean="0"/>
              <a:pPr/>
              <a:t>‹#›</a:t>
            </a:fld>
            <a:r>
              <a:rPr lang="en-US" dirty="0"/>
              <a:t>/38</a:t>
            </a:r>
          </a:p>
        </p:txBody>
      </p:sp>
    </p:spTree>
    <p:extLst>
      <p:ext uri="{BB962C8B-B14F-4D97-AF65-F5344CB8AC3E}">
        <p14:creationId xmlns:p14="http://schemas.microsoft.com/office/powerpoint/2010/main" val="42627420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1"/>
          <p:cNvSpPr>
            <a:spLocks noGrp="1"/>
          </p:cNvSpPr>
          <p:nvPr>
            <p:ph type="title"/>
          </p:nvPr>
        </p:nvSpPr>
        <p:spPr>
          <a:xfrm>
            <a:off x="614363" y="-25400"/>
            <a:ext cx="7515225" cy="1143000"/>
          </a:xfrm>
        </p:spPr>
        <p:txBody>
          <a:bodyPr/>
          <a:lstStyle/>
          <a:p>
            <a:r>
              <a:rPr lang="en-US"/>
              <a:t>Click to edit Master title style</a:t>
            </a:r>
          </a:p>
        </p:txBody>
      </p:sp>
      <p:sp>
        <p:nvSpPr>
          <p:cNvPr id="8" name="Content Placeholder 2"/>
          <p:cNvSpPr>
            <a:spLocks noGrp="1"/>
          </p:cNvSpPr>
          <p:nvPr>
            <p:ph idx="1"/>
          </p:nvPr>
        </p:nvSpPr>
        <p:spPr>
          <a:xfrm>
            <a:off x="569913" y="2130425"/>
            <a:ext cx="8229600" cy="452596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슬라이드 번호 개체 틀 1">
            <a:extLst>
              <a:ext uri="{FF2B5EF4-FFF2-40B4-BE49-F238E27FC236}">
                <a16:creationId xmlns:a16="http://schemas.microsoft.com/office/drawing/2014/main" id="{426F1EC9-4C3F-4BF9-AAB6-D333F121261C}"/>
              </a:ext>
            </a:extLst>
          </p:cNvPr>
          <p:cNvSpPr>
            <a:spLocks noGrp="1"/>
          </p:cNvSpPr>
          <p:nvPr>
            <p:ph type="sldNum" sz="quarter" idx="4"/>
          </p:nvPr>
        </p:nvSpPr>
        <p:spPr>
          <a:xfrm>
            <a:off x="6742113" y="6473825"/>
            <a:ext cx="2057400" cy="365125"/>
          </a:xfrm>
          <a:prstGeom prst="rect">
            <a:avLst/>
          </a:prstGeom>
        </p:spPr>
        <p:txBody>
          <a:bodyPr vert="horz" lIns="91440" tIns="45720" rIns="91440" bIns="45720" rtlCol="0" anchor="ctr"/>
          <a:lstStyle>
            <a:lvl1pPr algn="r">
              <a:defRPr sz="1200">
                <a:solidFill>
                  <a:schemeClr val="tx1"/>
                </a:solidFill>
              </a:defRPr>
            </a:lvl1pPr>
          </a:lstStyle>
          <a:p>
            <a:fld id="{18941CFF-B491-4296-AD0F-8E463E38FFDE}" type="slidenum">
              <a:rPr lang="en-US" smtClean="0"/>
              <a:pPr/>
              <a:t>‹#›</a:t>
            </a:fld>
            <a:r>
              <a:rPr lang="en-US" dirty="0"/>
              <a:t>/38</a:t>
            </a:r>
          </a:p>
        </p:txBody>
      </p:sp>
    </p:spTree>
    <p:extLst>
      <p:ext uri="{BB962C8B-B14F-4D97-AF65-F5344CB8AC3E}">
        <p14:creationId xmlns:p14="http://schemas.microsoft.com/office/powerpoint/2010/main" val="22645333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Title 1"/>
          <p:cNvSpPr>
            <a:spLocks noGrp="1"/>
          </p:cNvSpPr>
          <p:nvPr>
            <p:ph type="title"/>
          </p:nvPr>
        </p:nvSpPr>
        <p:spPr>
          <a:xfrm>
            <a:off x="722313" y="4406900"/>
            <a:ext cx="7772400" cy="1362075"/>
          </a:xfrm>
        </p:spPr>
        <p:txBody>
          <a:bodyPr anchor="t"/>
          <a:lstStyle>
            <a:lvl1pPr algn="l">
              <a:defRPr sz="4000" b="1" cap="all">
                <a:solidFill>
                  <a:schemeClr val="tx1"/>
                </a:solidFill>
              </a:defRPr>
            </a:lvl1pPr>
          </a:lstStyle>
          <a:p>
            <a:r>
              <a:rPr lang="en-US" dirty="0"/>
              <a:t>Click to edit Master title style</a:t>
            </a:r>
          </a:p>
        </p:txBody>
      </p:sp>
      <p:sp>
        <p:nvSpPr>
          <p:cNvPr id="8"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dirty="0"/>
              <a:t>Click to edit Master text styles</a:t>
            </a:r>
          </a:p>
        </p:txBody>
      </p:sp>
    </p:spTree>
    <p:extLst>
      <p:ext uri="{BB962C8B-B14F-4D97-AF65-F5344CB8AC3E}">
        <p14:creationId xmlns:p14="http://schemas.microsoft.com/office/powerpoint/2010/main" val="6409767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p:cNvSpPr>
            <a:spLocks noGrp="1"/>
          </p:cNvSpPr>
          <p:nvPr>
            <p:ph type="title"/>
          </p:nvPr>
        </p:nvSpPr>
        <p:spPr>
          <a:xfrm>
            <a:off x="614363" y="-25400"/>
            <a:ext cx="7515225" cy="1143000"/>
          </a:xfrm>
        </p:spPr>
        <p:txBody>
          <a:bodyPr/>
          <a:lstStyle/>
          <a:p>
            <a:r>
              <a:rPr lang="en-US" dirty="0"/>
              <a:t>Click to edit Master title style</a:t>
            </a:r>
          </a:p>
        </p:txBody>
      </p:sp>
      <p:sp>
        <p:nvSpPr>
          <p:cNvPr id="9" name="Content Placeholder 2"/>
          <p:cNvSpPr>
            <a:spLocks noGrp="1"/>
          </p:cNvSpPr>
          <p:nvPr>
            <p:ph sz="half" idx="1"/>
          </p:nvPr>
        </p:nvSpPr>
        <p:spPr>
          <a:xfrm>
            <a:off x="569913" y="2130425"/>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3"/>
          <p:cNvSpPr>
            <a:spLocks noGrp="1"/>
          </p:cNvSpPr>
          <p:nvPr>
            <p:ph sz="half" idx="2"/>
          </p:nvPr>
        </p:nvSpPr>
        <p:spPr>
          <a:xfrm>
            <a:off x="4760913" y="2130425"/>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14088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11"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26982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1"/>
          <p:cNvSpPr>
            <a:spLocks noGrp="1"/>
          </p:cNvSpPr>
          <p:nvPr>
            <p:ph type="title"/>
          </p:nvPr>
        </p:nvSpPr>
        <p:spPr>
          <a:xfrm>
            <a:off x="614363" y="-25400"/>
            <a:ext cx="7515225" cy="1143000"/>
          </a:xfrm>
        </p:spPr>
        <p:txBody>
          <a:bodyPr/>
          <a:lstStyle/>
          <a:p>
            <a:r>
              <a:rPr lang="en-US" dirty="0"/>
              <a:t>Click to edit Master title style</a:t>
            </a:r>
          </a:p>
        </p:txBody>
      </p:sp>
      <p:sp>
        <p:nvSpPr>
          <p:cNvPr id="3" name="슬라이드 번호 개체 틀 1">
            <a:extLst>
              <a:ext uri="{FF2B5EF4-FFF2-40B4-BE49-F238E27FC236}">
                <a16:creationId xmlns:a16="http://schemas.microsoft.com/office/drawing/2014/main" id="{1E1E2D3B-FB16-4B5C-942F-8B627412B061}"/>
              </a:ext>
            </a:extLst>
          </p:cNvPr>
          <p:cNvSpPr>
            <a:spLocks noGrp="1"/>
          </p:cNvSpPr>
          <p:nvPr>
            <p:ph type="sldNum" sz="quarter" idx="4"/>
          </p:nvPr>
        </p:nvSpPr>
        <p:spPr>
          <a:xfrm>
            <a:off x="6742113" y="6473825"/>
            <a:ext cx="2057400" cy="365125"/>
          </a:xfrm>
          <a:prstGeom prst="rect">
            <a:avLst/>
          </a:prstGeom>
        </p:spPr>
        <p:txBody>
          <a:bodyPr vert="horz" lIns="91440" tIns="45720" rIns="91440" bIns="45720" rtlCol="0" anchor="ctr"/>
          <a:lstStyle>
            <a:lvl1pPr algn="r">
              <a:defRPr sz="1200">
                <a:solidFill>
                  <a:schemeClr val="tx1"/>
                </a:solidFill>
              </a:defRPr>
            </a:lvl1pPr>
          </a:lstStyle>
          <a:p>
            <a:fld id="{18941CFF-B491-4296-AD0F-8E463E38FFDE}" type="slidenum">
              <a:rPr lang="en-US" smtClean="0"/>
              <a:pPr/>
              <a:t>‹#›</a:t>
            </a:fld>
            <a:r>
              <a:rPr lang="en-US" dirty="0"/>
              <a:t>/38</a:t>
            </a:r>
          </a:p>
        </p:txBody>
      </p:sp>
    </p:spTree>
    <p:extLst>
      <p:ext uri="{BB962C8B-B14F-4D97-AF65-F5344CB8AC3E}">
        <p14:creationId xmlns:p14="http://schemas.microsoft.com/office/powerpoint/2010/main" val="173071641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슬라이드 번호 개체 틀 1">
            <a:extLst>
              <a:ext uri="{FF2B5EF4-FFF2-40B4-BE49-F238E27FC236}">
                <a16:creationId xmlns:a16="http://schemas.microsoft.com/office/drawing/2014/main" id="{1E098698-F311-4B17-9D78-9A01BD0E2E40}"/>
              </a:ext>
            </a:extLst>
          </p:cNvPr>
          <p:cNvSpPr>
            <a:spLocks noGrp="1"/>
          </p:cNvSpPr>
          <p:nvPr>
            <p:ph type="sldNum" sz="quarter" idx="4"/>
          </p:nvPr>
        </p:nvSpPr>
        <p:spPr>
          <a:xfrm>
            <a:off x="6742113" y="6473825"/>
            <a:ext cx="2057400" cy="365125"/>
          </a:xfrm>
          <a:prstGeom prst="rect">
            <a:avLst/>
          </a:prstGeom>
        </p:spPr>
        <p:txBody>
          <a:bodyPr vert="horz" lIns="91440" tIns="45720" rIns="91440" bIns="45720" rtlCol="0" anchor="ctr"/>
          <a:lstStyle>
            <a:lvl1pPr algn="r">
              <a:defRPr sz="1200">
                <a:solidFill>
                  <a:schemeClr val="tx1"/>
                </a:solidFill>
              </a:defRPr>
            </a:lvl1pPr>
          </a:lstStyle>
          <a:p>
            <a:fld id="{18941CFF-B491-4296-AD0F-8E463E38FFDE}" type="slidenum">
              <a:rPr lang="en-US" smtClean="0"/>
              <a:pPr/>
              <a:t>‹#›</a:t>
            </a:fld>
            <a:r>
              <a:rPr lang="en-US" dirty="0"/>
              <a:t>/38</a:t>
            </a:r>
          </a:p>
        </p:txBody>
      </p:sp>
    </p:spTree>
    <p:extLst>
      <p:ext uri="{BB962C8B-B14F-4D97-AF65-F5344CB8AC3E}">
        <p14:creationId xmlns:p14="http://schemas.microsoft.com/office/powerpoint/2010/main" val="207313596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vl1pPr>
          </a:lstStyle>
          <a:p>
            <a:endParaRPr lang="en-US"/>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lvl1pPr>
              <a:defRPr>
                <a:latin typeface="Arial" charset="0"/>
                <a:ea typeface="ＭＳ Ｐゴシック" charset="0"/>
                <a:cs typeface="+mn-cs"/>
              </a:defRPr>
            </a:lvl1pPr>
          </a:lstStyle>
          <a:p>
            <a:pPr>
              <a:defRPr/>
            </a:pPr>
            <a:endParaRPr lang="en-US"/>
          </a:p>
        </p:txBody>
      </p:sp>
      <p:sp>
        <p:nvSpPr>
          <p:cNvPr id="7" name="Slide Number Placeholder 6"/>
          <p:cNvSpPr>
            <a:spLocks noGrp="1"/>
          </p:cNvSpPr>
          <p:nvPr>
            <p:ph type="sldNum" sz="quarter" idx="12"/>
          </p:nvPr>
        </p:nvSpPr>
        <p:spPr>
          <a:xfrm>
            <a:off x="6553200" y="6356350"/>
            <a:ext cx="2133600" cy="365125"/>
          </a:xfrm>
          <a:prstGeom prst="rect">
            <a:avLst/>
          </a:prstGeom>
        </p:spPr>
        <p:txBody>
          <a:bodyPr vert="horz" wrap="square" lIns="91440" tIns="45720" rIns="91440" bIns="45720" numCol="1" anchor="t" anchorCtr="0" compatLnSpc="1">
            <a:prstTxWarp prst="textNoShape">
              <a:avLst/>
            </a:prstTxWarp>
          </a:bodyPr>
          <a:lstStyle>
            <a:lvl1pPr>
              <a:defRPr/>
            </a:lvl1pPr>
          </a:lstStyle>
          <a:p>
            <a:fld id="{3E69A746-9A82-44B6-86BF-706BDDCB7A60}" type="slidenum">
              <a:rPr lang="en-US"/>
              <a:pPr/>
              <a:t>‹#›</a:t>
            </a:fld>
            <a:endParaRPr lang="en-US"/>
          </a:p>
        </p:txBody>
      </p:sp>
    </p:spTree>
    <p:extLst>
      <p:ext uri="{BB962C8B-B14F-4D97-AF65-F5344CB8AC3E}">
        <p14:creationId xmlns:p14="http://schemas.microsoft.com/office/powerpoint/2010/main" val="6469848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1" name="Title 1"/>
          <p:cNvSpPr>
            <a:spLocks noGrp="1"/>
          </p:cNvSpPr>
          <p:nvPr>
            <p:ph type="title"/>
          </p:nvPr>
        </p:nvSpPr>
        <p:spPr>
          <a:xfrm>
            <a:off x="1792288" y="4800600"/>
            <a:ext cx="5486400" cy="566738"/>
          </a:xfrm>
        </p:spPr>
        <p:txBody>
          <a:bodyPr anchor="b"/>
          <a:lstStyle>
            <a:lvl1pPr algn="l">
              <a:defRPr sz="2000" b="1">
                <a:solidFill>
                  <a:srgbClr val="000000"/>
                </a:solidFill>
              </a:defRPr>
            </a:lvl1pPr>
          </a:lstStyle>
          <a:p>
            <a:r>
              <a:rPr lang="en-US" dirty="0"/>
              <a:t>Click to edit Master title style</a:t>
            </a:r>
          </a:p>
        </p:txBody>
      </p:sp>
      <p:sp>
        <p:nvSpPr>
          <p:cNvPr id="12"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13"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9890235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614363" y="-25400"/>
            <a:ext cx="7515225" cy="1143000"/>
          </a:xfrm>
        </p:spPr>
        <p:txBody>
          <a:bodyPr/>
          <a:lstStyle/>
          <a:p>
            <a:r>
              <a:rPr lang="en-US"/>
              <a:t>Click to edit Master title style</a:t>
            </a:r>
          </a:p>
        </p:txBody>
      </p:sp>
      <p:sp>
        <p:nvSpPr>
          <p:cNvPr id="8" name="Vertical Text Placeholder 2"/>
          <p:cNvSpPr>
            <a:spLocks noGrp="1"/>
          </p:cNvSpPr>
          <p:nvPr>
            <p:ph type="body" orient="vert" idx="1"/>
          </p:nvPr>
        </p:nvSpPr>
        <p:spPr>
          <a:xfrm>
            <a:off x="569913" y="2130425"/>
            <a:ext cx="8229600" cy="45259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5855876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7" name="Vertical Title 1"/>
          <p:cNvSpPr>
            <a:spLocks noGrp="1"/>
          </p:cNvSpPr>
          <p:nvPr>
            <p:ph type="title" orient="vert"/>
          </p:nvPr>
        </p:nvSpPr>
        <p:spPr>
          <a:xfrm>
            <a:off x="6742113" y="-25400"/>
            <a:ext cx="2057400" cy="6681788"/>
          </a:xfrm>
        </p:spPr>
        <p:txBody>
          <a:bodyPr vert="eaVert"/>
          <a:lstStyle/>
          <a:p>
            <a:r>
              <a:rPr lang="en-US"/>
              <a:t>Click to edit Master title style</a:t>
            </a:r>
          </a:p>
        </p:txBody>
      </p:sp>
      <p:sp>
        <p:nvSpPr>
          <p:cNvPr id="8" name="Vertical Text Placeholder 2"/>
          <p:cNvSpPr>
            <a:spLocks noGrp="1"/>
          </p:cNvSpPr>
          <p:nvPr>
            <p:ph type="body" orient="vert" idx="1"/>
          </p:nvPr>
        </p:nvSpPr>
        <p:spPr>
          <a:xfrm>
            <a:off x="569913" y="-25400"/>
            <a:ext cx="6019800" cy="66817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2235399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sz="1800" i="0">
                <a:latin typeface="Gill Sans MT" panose="020B0502020104020203" pitchFamily="34" charset="0"/>
              </a:defRPr>
            </a:lvl1pPr>
            <a:lvl2pPr>
              <a:defRPr sz="1800" i="0">
                <a:latin typeface="Gill Sans MT" panose="020B0502020104020203" pitchFamily="34" charset="0"/>
              </a:defRPr>
            </a:lvl2pPr>
            <a:lvl3pPr>
              <a:defRPr sz="1800" i="0">
                <a:latin typeface="Gill Sans MT" panose="020B0502020104020203" pitchFamily="34" charset="0"/>
              </a:defRPr>
            </a:lvl3pPr>
            <a:lvl4pPr>
              <a:defRPr sz="1800" i="0">
                <a:latin typeface="Gill Sans MT" panose="020B0502020104020203" pitchFamily="34" charset="0"/>
              </a:defRPr>
            </a:lvl4pPr>
            <a:lvl5pPr>
              <a:defRPr sz="1800" i="0">
                <a:latin typeface="Gill Sans MT" panose="020B050202010402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3">
            <a:extLst>
              <a:ext uri="{FF2B5EF4-FFF2-40B4-BE49-F238E27FC236}">
                <a16:creationId xmlns:a16="http://schemas.microsoft.com/office/drawing/2014/main" id="{DB8C50AB-BD10-483A-ADBB-6F432C40BBEF}"/>
              </a:ext>
            </a:extLst>
          </p:cNvPr>
          <p:cNvSpPr>
            <a:spLocks noGrp="1"/>
          </p:cNvSpPr>
          <p:nvPr>
            <p:ph type="title"/>
          </p:nvPr>
        </p:nvSpPr>
        <p:spPr/>
        <p:txBody>
          <a:bodyPr/>
          <a:lstStyle>
            <a:lvl1pPr>
              <a:defRPr sz="3000">
                <a:latin typeface="Gill Sans MT" panose="020B0502020104020203" pitchFamily="34" charset="0"/>
              </a:defRPr>
            </a:lvl1pPr>
          </a:lstStyle>
          <a:p>
            <a:r>
              <a:rPr lang="en-US" altLang="ko-KR" dirty="0"/>
              <a:t>Click to edit Master title style</a:t>
            </a:r>
            <a:endParaRPr lang="ko-KR" altLang="en-US" dirty="0"/>
          </a:p>
        </p:txBody>
      </p:sp>
      <p:sp>
        <p:nvSpPr>
          <p:cNvPr id="5" name="슬라이드 번호 개체 틀 1">
            <a:extLst>
              <a:ext uri="{FF2B5EF4-FFF2-40B4-BE49-F238E27FC236}">
                <a16:creationId xmlns:a16="http://schemas.microsoft.com/office/drawing/2014/main" id="{FEC1C5AD-CE87-4D2F-B06B-04C806DA8E3C}"/>
              </a:ext>
            </a:extLst>
          </p:cNvPr>
          <p:cNvSpPr>
            <a:spLocks noGrp="1"/>
          </p:cNvSpPr>
          <p:nvPr>
            <p:ph type="sldNum" sz="quarter" idx="4"/>
          </p:nvPr>
        </p:nvSpPr>
        <p:spPr>
          <a:xfrm>
            <a:off x="6742113" y="6473825"/>
            <a:ext cx="2057400" cy="365125"/>
          </a:xfrm>
          <a:prstGeom prst="rect">
            <a:avLst/>
          </a:prstGeom>
        </p:spPr>
        <p:txBody>
          <a:bodyPr vert="horz" lIns="91440" tIns="45720" rIns="91440" bIns="45720" rtlCol="0" anchor="ctr"/>
          <a:lstStyle>
            <a:lvl1pPr algn="r">
              <a:defRPr sz="1200">
                <a:solidFill>
                  <a:schemeClr val="tx1"/>
                </a:solidFill>
              </a:defRPr>
            </a:lvl1pPr>
          </a:lstStyle>
          <a:p>
            <a:fld id="{18941CFF-B491-4296-AD0F-8E463E38FFDE}" type="slidenum">
              <a:rPr lang="en-US" smtClean="0"/>
              <a:pPr/>
              <a:t>‹#›</a:t>
            </a:fld>
            <a:r>
              <a:rPr lang="en-US" dirty="0"/>
              <a:t>/38</a:t>
            </a:r>
          </a:p>
        </p:txBody>
      </p:sp>
    </p:spTree>
    <p:extLst>
      <p:ext uri="{BB962C8B-B14F-4D97-AF65-F5344CB8AC3E}">
        <p14:creationId xmlns:p14="http://schemas.microsoft.com/office/powerpoint/2010/main" val="36809920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3160761-5107-44E1-B4ED-21462A4122A3}"/>
              </a:ext>
            </a:extLst>
          </p:cNvPr>
          <p:cNvSpPr>
            <a:spLocks noChangeArrowheads="1"/>
          </p:cNvSpPr>
          <p:nvPr/>
        </p:nvSpPr>
        <p:spPr bwMode="ltGray">
          <a:xfrm>
            <a:off x="417513" y="10985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굴림" panose="020B0600000101010101" pitchFamily="50" charset="-127"/>
              </a:defRPr>
            </a:lvl1pPr>
            <a:lvl2pPr marL="742950" indent="-285750">
              <a:defRPr>
                <a:solidFill>
                  <a:schemeClr val="tx1"/>
                </a:solidFill>
                <a:latin typeface="Arial" panose="020B0604020202020204" pitchFamily="34" charset="0"/>
                <a:ea typeface="굴림" panose="020B0600000101010101" pitchFamily="50" charset="-127"/>
              </a:defRPr>
            </a:lvl2pPr>
            <a:lvl3pPr marL="1143000" indent="-228600">
              <a:defRPr>
                <a:solidFill>
                  <a:schemeClr val="tx1"/>
                </a:solidFill>
                <a:latin typeface="Arial" panose="020B0604020202020204" pitchFamily="34" charset="0"/>
                <a:ea typeface="굴림" panose="020B0600000101010101" pitchFamily="50" charset="-127"/>
              </a:defRPr>
            </a:lvl3pPr>
            <a:lvl4pPr marL="1600200" indent="-228600">
              <a:defRPr>
                <a:solidFill>
                  <a:schemeClr val="tx1"/>
                </a:solidFill>
                <a:latin typeface="Arial" panose="020B0604020202020204" pitchFamily="34" charset="0"/>
                <a:ea typeface="굴림" panose="020B0600000101010101" pitchFamily="50" charset="-127"/>
              </a:defRPr>
            </a:lvl4pPr>
            <a:lvl5pPr marL="2057400" indent="-228600">
              <a:defRPr>
                <a:solidFill>
                  <a:schemeClr val="tx1"/>
                </a:solidFill>
                <a:latin typeface="Arial" panose="020B0604020202020204" pitchFamily="34" charset="0"/>
                <a:ea typeface="굴림" panose="020B0600000101010101" pitchFamily="50"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9pPr>
          </a:lstStyle>
          <a:p>
            <a:pPr algn="ctr" eaLnBrk="1" hangingPunct="1">
              <a:defRPr/>
            </a:pPr>
            <a:endParaRPr kumimoji="1" lang="ko-KR" altLang="en-US" sz="2400">
              <a:latin typeface="Tahoma" panose="020B0604030504040204" pitchFamily="34" charset="0"/>
            </a:endParaRPr>
          </a:p>
        </p:txBody>
      </p:sp>
      <p:sp>
        <p:nvSpPr>
          <p:cNvPr id="1027" name="Rectangle 3">
            <a:extLst>
              <a:ext uri="{FF2B5EF4-FFF2-40B4-BE49-F238E27FC236}">
                <a16:creationId xmlns:a16="http://schemas.microsoft.com/office/drawing/2014/main" id="{9F9E40BA-F8D0-48A8-8361-65A557995774}"/>
              </a:ext>
            </a:extLst>
          </p:cNvPr>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굴림" panose="020B0600000101010101" pitchFamily="50" charset="-127"/>
              </a:defRPr>
            </a:lvl1pPr>
            <a:lvl2pPr marL="742950" indent="-285750">
              <a:defRPr>
                <a:solidFill>
                  <a:schemeClr val="tx1"/>
                </a:solidFill>
                <a:latin typeface="Arial" panose="020B0604020202020204" pitchFamily="34" charset="0"/>
                <a:ea typeface="굴림" panose="020B0600000101010101" pitchFamily="50" charset="-127"/>
              </a:defRPr>
            </a:lvl2pPr>
            <a:lvl3pPr marL="1143000" indent="-228600">
              <a:defRPr>
                <a:solidFill>
                  <a:schemeClr val="tx1"/>
                </a:solidFill>
                <a:latin typeface="Arial" panose="020B0604020202020204" pitchFamily="34" charset="0"/>
                <a:ea typeface="굴림" panose="020B0600000101010101" pitchFamily="50" charset="-127"/>
              </a:defRPr>
            </a:lvl3pPr>
            <a:lvl4pPr marL="1600200" indent="-228600">
              <a:defRPr>
                <a:solidFill>
                  <a:schemeClr val="tx1"/>
                </a:solidFill>
                <a:latin typeface="Arial" panose="020B0604020202020204" pitchFamily="34" charset="0"/>
                <a:ea typeface="굴림" panose="020B0600000101010101" pitchFamily="50" charset="-127"/>
              </a:defRPr>
            </a:lvl4pPr>
            <a:lvl5pPr marL="2057400" indent="-228600">
              <a:defRPr>
                <a:solidFill>
                  <a:schemeClr val="tx1"/>
                </a:solidFill>
                <a:latin typeface="Arial" panose="020B0604020202020204" pitchFamily="34" charset="0"/>
                <a:ea typeface="굴림" panose="020B0600000101010101" pitchFamily="50"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9pPr>
          </a:lstStyle>
          <a:p>
            <a:pPr algn="ctr" eaLnBrk="1" hangingPunct="1">
              <a:defRPr/>
            </a:pPr>
            <a:endParaRPr kumimoji="1" lang="ko-KR" altLang="en-US" sz="2400">
              <a:latin typeface="Tahoma" panose="020B0604030504040204" pitchFamily="34" charset="0"/>
            </a:endParaRPr>
          </a:p>
        </p:txBody>
      </p:sp>
      <p:sp>
        <p:nvSpPr>
          <p:cNvPr id="1028" name="Rectangle 4">
            <a:extLst>
              <a:ext uri="{FF2B5EF4-FFF2-40B4-BE49-F238E27FC236}">
                <a16:creationId xmlns:a16="http://schemas.microsoft.com/office/drawing/2014/main" id="{7252192F-FBF2-4437-B509-F5CA794D008D}"/>
              </a:ext>
            </a:extLst>
          </p:cNvPr>
          <p:cNvSpPr>
            <a:spLocks noChangeArrowheads="1"/>
          </p:cNvSpPr>
          <p:nvPr/>
        </p:nvSpPr>
        <p:spPr bwMode="ltGray">
          <a:xfrm>
            <a:off x="541338" y="15208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굴림" panose="020B0600000101010101" pitchFamily="50" charset="-127"/>
              </a:defRPr>
            </a:lvl1pPr>
            <a:lvl2pPr marL="742950" indent="-285750">
              <a:defRPr>
                <a:solidFill>
                  <a:schemeClr val="tx1"/>
                </a:solidFill>
                <a:latin typeface="Arial" panose="020B0604020202020204" pitchFamily="34" charset="0"/>
                <a:ea typeface="굴림" panose="020B0600000101010101" pitchFamily="50" charset="-127"/>
              </a:defRPr>
            </a:lvl2pPr>
            <a:lvl3pPr marL="1143000" indent="-228600">
              <a:defRPr>
                <a:solidFill>
                  <a:schemeClr val="tx1"/>
                </a:solidFill>
                <a:latin typeface="Arial" panose="020B0604020202020204" pitchFamily="34" charset="0"/>
                <a:ea typeface="굴림" panose="020B0600000101010101" pitchFamily="50" charset="-127"/>
              </a:defRPr>
            </a:lvl3pPr>
            <a:lvl4pPr marL="1600200" indent="-228600">
              <a:defRPr>
                <a:solidFill>
                  <a:schemeClr val="tx1"/>
                </a:solidFill>
                <a:latin typeface="Arial" panose="020B0604020202020204" pitchFamily="34" charset="0"/>
                <a:ea typeface="굴림" panose="020B0600000101010101" pitchFamily="50" charset="-127"/>
              </a:defRPr>
            </a:lvl4pPr>
            <a:lvl5pPr marL="2057400" indent="-228600">
              <a:defRPr>
                <a:solidFill>
                  <a:schemeClr val="tx1"/>
                </a:solidFill>
                <a:latin typeface="Arial" panose="020B0604020202020204" pitchFamily="34" charset="0"/>
                <a:ea typeface="굴림" panose="020B0600000101010101" pitchFamily="50"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9pPr>
          </a:lstStyle>
          <a:p>
            <a:pPr algn="ctr" eaLnBrk="1" hangingPunct="1">
              <a:defRPr/>
            </a:pPr>
            <a:endParaRPr kumimoji="1" lang="ko-KR" altLang="en-US" sz="2400">
              <a:latin typeface="Tahoma" panose="020B0604030504040204" pitchFamily="34" charset="0"/>
            </a:endParaRPr>
          </a:p>
        </p:txBody>
      </p:sp>
      <p:sp>
        <p:nvSpPr>
          <p:cNvPr id="1029" name="Rectangle 5">
            <a:extLst>
              <a:ext uri="{FF2B5EF4-FFF2-40B4-BE49-F238E27FC236}">
                <a16:creationId xmlns:a16="http://schemas.microsoft.com/office/drawing/2014/main" id="{C66A4BFD-856F-4D4E-BBF7-479C8A4B478E}"/>
              </a:ext>
            </a:extLst>
          </p:cNvPr>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굴림" panose="020B0600000101010101" pitchFamily="50" charset="-127"/>
              </a:defRPr>
            </a:lvl1pPr>
            <a:lvl2pPr marL="742950" indent="-285750">
              <a:defRPr>
                <a:solidFill>
                  <a:schemeClr val="tx1"/>
                </a:solidFill>
                <a:latin typeface="Arial" panose="020B0604020202020204" pitchFamily="34" charset="0"/>
                <a:ea typeface="굴림" panose="020B0600000101010101" pitchFamily="50" charset="-127"/>
              </a:defRPr>
            </a:lvl2pPr>
            <a:lvl3pPr marL="1143000" indent="-228600">
              <a:defRPr>
                <a:solidFill>
                  <a:schemeClr val="tx1"/>
                </a:solidFill>
                <a:latin typeface="Arial" panose="020B0604020202020204" pitchFamily="34" charset="0"/>
                <a:ea typeface="굴림" panose="020B0600000101010101" pitchFamily="50" charset="-127"/>
              </a:defRPr>
            </a:lvl3pPr>
            <a:lvl4pPr marL="1600200" indent="-228600">
              <a:defRPr>
                <a:solidFill>
                  <a:schemeClr val="tx1"/>
                </a:solidFill>
                <a:latin typeface="Arial" panose="020B0604020202020204" pitchFamily="34" charset="0"/>
                <a:ea typeface="굴림" panose="020B0600000101010101" pitchFamily="50" charset="-127"/>
              </a:defRPr>
            </a:lvl4pPr>
            <a:lvl5pPr marL="2057400" indent="-228600">
              <a:defRPr>
                <a:solidFill>
                  <a:schemeClr val="tx1"/>
                </a:solidFill>
                <a:latin typeface="Arial" panose="020B0604020202020204" pitchFamily="34" charset="0"/>
                <a:ea typeface="굴림" panose="020B0600000101010101" pitchFamily="50"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9pPr>
          </a:lstStyle>
          <a:p>
            <a:pPr algn="ctr" eaLnBrk="1" hangingPunct="1">
              <a:defRPr/>
            </a:pPr>
            <a:endParaRPr kumimoji="1" lang="ko-KR" altLang="en-US" sz="2400">
              <a:latin typeface="Tahoma" panose="020B0604030504040204" pitchFamily="34" charset="0"/>
            </a:endParaRPr>
          </a:p>
        </p:txBody>
      </p:sp>
      <p:sp>
        <p:nvSpPr>
          <p:cNvPr id="1030" name="Rectangle 6">
            <a:extLst>
              <a:ext uri="{FF2B5EF4-FFF2-40B4-BE49-F238E27FC236}">
                <a16:creationId xmlns:a16="http://schemas.microsoft.com/office/drawing/2014/main" id="{C603265E-76AD-48B6-9F72-58F3BBBB34A0}"/>
              </a:ext>
            </a:extLst>
          </p:cNvPr>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굴림" panose="020B0600000101010101" pitchFamily="50" charset="-127"/>
              </a:defRPr>
            </a:lvl1pPr>
            <a:lvl2pPr marL="742950" indent="-285750">
              <a:defRPr>
                <a:solidFill>
                  <a:schemeClr val="tx1"/>
                </a:solidFill>
                <a:latin typeface="Arial" panose="020B0604020202020204" pitchFamily="34" charset="0"/>
                <a:ea typeface="굴림" panose="020B0600000101010101" pitchFamily="50" charset="-127"/>
              </a:defRPr>
            </a:lvl2pPr>
            <a:lvl3pPr marL="1143000" indent="-228600">
              <a:defRPr>
                <a:solidFill>
                  <a:schemeClr val="tx1"/>
                </a:solidFill>
                <a:latin typeface="Arial" panose="020B0604020202020204" pitchFamily="34" charset="0"/>
                <a:ea typeface="굴림" panose="020B0600000101010101" pitchFamily="50" charset="-127"/>
              </a:defRPr>
            </a:lvl3pPr>
            <a:lvl4pPr marL="1600200" indent="-228600">
              <a:defRPr>
                <a:solidFill>
                  <a:schemeClr val="tx1"/>
                </a:solidFill>
                <a:latin typeface="Arial" panose="020B0604020202020204" pitchFamily="34" charset="0"/>
                <a:ea typeface="굴림" panose="020B0600000101010101" pitchFamily="50" charset="-127"/>
              </a:defRPr>
            </a:lvl4pPr>
            <a:lvl5pPr marL="2057400" indent="-228600">
              <a:defRPr>
                <a:solidFill>
                  <a:schemeClr val="tx1"/>
                </a:solidFill>
                <a:latin typeface="Arial" panose="020B0604020202020204" pitchFamily="34" charset="0"/>
                <a:ea typeface="굴림" panose="020B0600000101010101" pitchFamily="50"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9pPr>
          </a:lstStyle>
          <a:p>
            <a:pPr algn="ctr" eaLnBrk="1" hangingPunct="1">
              <a:defRPr/>
            </a:pPr>
            <a:endParaRPr kumimoji="1" lang="ko-KR" altLang="en-US" sz="2400">
              <a:latin typeface="Tahoma" panose="020B0604030504040204" pitchFamily="34" charset="0"/>
            </a:endParaRPr>
          </a:p>
        </p:txBody>
      </p:sp>
      <p:sp>
        <p:nvSpPr>
          <p:cNvPr id="1031" name="Rectangle 7">
            <a:extLst>
              <a:ext uri="{FF2B5EF4-FFF2-40B4-BE49-F238E27FC236}">
                <a16:creationId xmlns:a16="http://schemas.microsoft.com/office/drawing/2014/main" id="{6DE23847-2842-491B-B516-47C93F21900D}"/>
              </a:ext>
            </a:extLst>
          </p:cNvPr>
          <p:cNvSpPr>
            <a:spLocks noChangeArrowheads="1"/>
          </p:cNvSpPr>
          <p:nvPr/>
        </p:nvSpPr>
        <p:spPr bwMode="gray">
          <a:xfrm>
            <a:off x="762000" y="99060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굴림" panose="020B0600000101010101" pitchFamily="50" charset="-127"/>
              </a:defRPr>
            </a:lvl1pPr>
            <a:lvl2pPr marL="742950" indent="-285750">
              <a:defRPr>
                <a:solidFill>
                  <a:schemeClr val="tx1"/>
                </a:solidFill>
                <a:latin typeface="Arial" panose="020B0604020202020204" pitchFamily="34" charset="0"/>
                <a:ea typeface="굴림" panose="020B0600000101010101" pitchFamily="50" charset="-127"/>
              </a:defRPr>
            </a:lvl2pPr>
            <a:lvl3pPr marL="1143000" indent="-228600">
              <a:defRPr>
                <a:solidFill>
                  <a:schemeClr val="tx1"/>
                </a:solidFill>
                <a:latin typeface="Arial" panose="020B0604020202020204" pitchFamily="34" charset="0"/>
                <a:ea typeface="굴림" panose="020B0600000101010101" pitchFamily="50" charset="-127"/>
              </a:defRPr>
            </a:lvl3pPr>
            <a:lvl4pPr marL="1600200" indent="-228600">
              <a:defRPr>
                <a:solidFill>
                  <a:schemeClr val="tx1"/>
                </a:solidFill>
                <a:latin typeface="Arial" panose="020B0604020202020204" pitchFamily="34" charset="0"/>
                <a:ea typeface="굴림" panose="020B0600000101010101" pitchFamily="50" charset="-127"/>
              </a:defRPr>
            </a:lvl4pPr>
            <a:lvl5pPr marL="2057400" indent="-228600">
              <a:defRPr>
                <a:solidFill>
                  <a:schemeClr val="tx1"/>
                </a:solidFill>
                <a:latin typeface="Arial" panose="020B0604020202020204" pitchFamily="34" charset="0"/>
                <a:ea typeface="굴림" panose="020B0600000101010101" pitchFamily="50"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9pPr>
          </a:lstStyle>
          <a:p>
            <a:pPr algn="ctr" eaLnBrk="1" hangingPunct="1">
              <a:defRPr/>
            </a:pPr>
            <a:endParaRPr kumimoji="1" lang="ko-KR" altLang="en-US" sz="2400">
              <a:latin typeface="Tahoma" panose="020B0604030504040204" pitchFamily="34" charset="0"/>
            </a:endParaRPr>
          </a:p>
        </p:txBody>
      </p:sp>
      <p:sp>
        <p:nvSpPr>
          <p:cNvPr id="1032" name="Rectangle 8">
            <a:extLst>
              <a:ext uri="{FF2B5EF4-FFF2-40B4-BE49-F238E27FC236}">
                <a16:creationId xmlns:a16="http://schemas.microsoft.com/office/drawing/2014/main" id="{31AAB6F5-FA62-4B5C-B6CC-4D56F00425E3}"/>
              </a:ext>
            </a:extLst>
          </p:cNvPr>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ea typeface="굴림" panose="020B0600000101010101" pitchFamily="50" charset="-127"/>
              </a:defRPr>
            </a:lvl1pPr>
            <a:lvl2pPr marL="742950" indent="-285750">
              <a:defRPr>
                <a:solidFill>
                  <a:schemeClr val="tx1"/>
                </a:solidFill>
                <a:latin typeface="Arial" panose="020B0604020202020204" pitchFamily="34" charset="0"/>
                <a:ea typeface="굴림" panose="020B0600000101010101" pitchFamily="50" charset="-127"/>
              </a:defRPr>
            </a:lvl2pPr>
            <a:lvl3pPr marL="1143000" indent="-228600">
              <a:defRPr>
                <a:solidFill>
                  <a:schemeClr val="tx1"/>
                </a:solidFill>
                <a:latin typeface="Arial" panose="020B0604020202020204" pitchFamily="34" charset="0"/>
                <a:ea typeface="굴림" panose="020B0600000101010101" pitchFamily="50" charset="-127"/>
              </a:defRPr>
            </a:lvl3pPr>
            <a:lvl4pPr marL="1600200" indent="-228600">
              <a:defRPr>
                <a:solidFill>
                  <a:schemeClr val="tx1"/>
                </a:solidFill>
                <a:latin typeface="Arial" panose="020B0604020202020204" pitchFamily="34" charset="0"/>
                <a:ea typeface="굴림" panose="020B0600000101010101" pitchFamily="50" charset="-127"/>
              </a:defRPr>
            </a:lvl4pPr>
            <a:lvl5pPr marL="2057400" indent="-228600">
              <a:defRPr>
                <a:solidFill>
                  <a:schemeClr val="tx1"/>
                </a:solidFill>
                <a:latin typeface="Arial" panose="020B0604020202020204" pitchFamily="34" charset="0"/>
                <a:ea typeface="굴림" panose="020B0600000101010101" pitchFamily="50" charset="-127"/>
              </a:defRPr>
            </a:lvl5pPr>
            <a:lvl6pPr marL="25146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6pPr>
            <a:lvl7pPr marL="29718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7pPr>
            <a:lvl8pPr marL="34290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8pPr>
            <a:lvl9pPr marL="3886200" indent="-228600" eaLnBrk="0" fontAlgn="base" hangingPunct="0">
              <a:spcBef>
                <a:spcPct val="0"/>
              </a:spcBef>
              <a:spcAft>
                <a:spcPct val="0"/>
              </a:spcAft>
              <a:defRPr>
                <a:solidFill>
                  <a:schemeClr val="tx1"/>
                </a:solidFill>
                <a:latin typeface="Arial" panose="020B0604020202020204" pitchFamily="34" charset="0"/>
                <a:ea typeface="굴림" panose="020B0600000101010101" pitchFamily="50" charset="-127"/>
              </a:defRPr>
            </a:lvl9pPr>
          </a:lstStyle>
          <a:p>
            <a:pPr algn="ctr" eaLnBrk="1" hangingPunct="1">
              <a:defRPr/>
            </a:pPr>
            <a:endParaRPr kumimoji="1" lang="ko-KR" altLang="en-US" sz="2400">
              <a:latin typeface="Tahoma" panose="020B0604030504040204" pitchFamily="34" charset="0"/>
            </a:endParaRPr>
          </a:p>
        </p:txBody>
      </p:sp>
      <p:sp>
        <p:nvSpPr>
          <p:cNvPr id="1033" name="Rectangle 9">
            <a:extLst>
              <a:ext uri="{FF2B5EF4-FFF2-40B4-BE49-F238E27FC236}">
                <a16:creationId xmlns:a16="http://schemas.microsoft.com/office/drawing/2014/main" id="{F7EEFEAB-24BD-481C-8118-595448625B46}"/>
              </a:ext>
            </a:extLst>
          </p:cNvPr>
          <p:cNvSpPr>
            <a:spLocks noGrp="1" noChangeArrowheads="1"/>
          </p:cNvSpPr>
          <p:nvPr>
            <p:ph type="title"/>
          </p:nvPr>
        </p:nvSpPr>
        <p:spPr bwMode="auto">
          <a:xfrm>
            <a:off x="1150938" y="617538"/>
            <a:ext cx="7793037"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ko-KR"/>
              <a:t>Click to edit Master title style</a:t>
            </a:r>
          </a:p>
        </p:txBody>
      </p:sp>
      <p:sp>
        <p:nvSpPr>
          <p:cNvPr id="1034" name="Rectangle 10">
            <a:extLst>
              <a:ext uri="{FF2B5EF4-FFF2-40B4-BE49-F238E27FC236}">
                <a16:creationId xmlns:a16="http://schemas.microsoft.com/office/drawing/2014/main" id="{55D7D737-1905-4742-BC0D-E12FA8177497}"/>
              </a:ext>
            </a:extLst>
          </p:cNvPr>
          <p:cNvSpPr>
            <a:spLocks noGrp="1" noChangeArrowheads="1"/>
          </p:cNvSpPr>
          <p:nvPr>
            <p:ph type="body" idx="1"/>
          </p:nvPr>
        </p:nvSpPr>
        <p:spPr bwMode="auto">
          <a:xfrm>
            <a:off x="1182688" y="2017713"/>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p>
        </p:txBody>
      </p:sp>
    </p:spTree>
  </p:cSld>
  <p:clrMap bg1="lt1" tx1="dk1" bg2="lt2" tx2="dk2" accent1="accent1" accent2="accent2" accent3="accent3" accent4="accent4" accent5="accent5" accent6="accent6" hlink="hlink" folHlink="folHlink"/>
  <p:sldLayoutIdLst>
    <p:sldLayoutId id="2147484065" r:id="rId1"/>
    <p:sldLayoutId id="2147484054" r:id="rId2"/>
    <p:sldLayoutId id="2147484055" r:id="rId3"/>
    <p:sldLayoutId id="2147484056" r:id="rId4"/>
    <p:sldLayoutId id="2147484057" r:id="rId5"/>
    <p:sldLayoutId id="2147484058" r:id="rId6"/>
    <p:sldLayoutId id="2147484059" r:id="rId7"/>
    <p:sldLayoutId id="2147484060" r:id="rId8"/>
    <p:sldLayoutId id="2147484061" r:id="rId9"/>
    <p:sldLayoutId id="2147484062" r:id="rId10"/>
    <p:sldLayoutId id="2147484063" r:id="rId11"/>
    <p:sldLayoutId id="2147484064" r:id="rId12"/>
  </p:sldLayoutIdLst>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Times New Roman" panose="02020603050405020304" pitchFamily="18" charset="0"/>
          <a:ea typeface="굴림" panose="020B0600000101010101" pitchFamily="50" charset="-127"/>
        </a:defRPr>
      </a:lvl2pPr>
      <a:lvl3pPr algn="l" rtl="0" eaLnBrk="0" fontAlgn="base" hangingPunct="0">
        <a:spcBef>
          <a:spcPct val="0"/>
        </a:spcBef>
        <a:spcAft>
          <a:spcPct val="0"/>
        </a:spcAft>
        <a:defRPr sz="4000">
          <a:solidFill>
            <a:schemeClr val="tx2"/>
          </a:solidFill>
          <a:latin typeface="Times New Roman" panose="02020603050405020304" pitchFamily="18" charset="0"/>
          <a:ea typeface="굴림" panose="020B0600000101010101" pitchFamily="50" charset="-127"/>
        </a:defRPr>
      </a:lvl3pPr>
      <a:lvl4pPr algn="l" rtl="0" eaLnBrk="0" fontAlgn="base" hangingPunct="0">
        <a:spcBef>
          <a:spcPct val="0"/>
        </a:spcBef>
        <a:spcAft>
          <a:spcPct val="0"/>
        </a:spcAft>
        <a:defRPr sz="4000">
          <a:solidFill>
            <a:schemeClr val="tx2"/>
          </a:solidFill>
          <a:latin typeface="Times New Roman" panose="02020603050405020304" pitchFamily="18" charset="0"/>
          <a:ea typeface="굴림" panose="020B0600000101010101" pitchFamily="50" charset="-127"/>
        </a:defRPr>
      </a:lvl4pPr>
      <a:lvl5pPr algn="l" rtl="0" eaLnBrk="0" fontAlgn="base" hangingPunct="0">
        <a:spcBef>
          <a:spcPct val="0"/>
        </a:spcBef>
        <a:spcAft>
          <a:spcPct val="0"/>
        </a:spcAft>
        <a:defRPr sz="4000">
          <a:solidFill>
            <a:schemeClr val="tx2"/>
          </a:solidFill>
          <a:latin typeface="Times New Roman" panose="02020603050405020304" pitchFamily="18" charset="0"/>
          <a:ea typeface="굴림" panose="020B0600000101010101" pitchFamily="50" charset="-127"/>
        </a:defRPr>
      </a:lvl5pPr>
      <a:lvl6pPr marL="457200" algn="l" rtl="0" fontAlgn="base">
        <a:spcBef>
          <a:spcPct val="0"/>
        </a:spcBef>
        <a:spcAft>
          <a:spcPct val="0"/>
        </a:spcAft>
        <a:defRPr sz="4000">
          <a:solidFill>
            <a:schemeClr val="tx2"/>
          </a:solidFill>
          <a:latin typeface="Times New Roman" panose="02020603050405020304" pitchFamily="18" charset="0"/>
          <a:ea typeface="굴림" panose="020B0600000101010101" pitchFamily="50" charset="-127"/>
        </a:defRPr>
      </a:lvl6pPr>
      <a:lvl7pPr marL="914400" algn="l" rtl="0" fontAlgn="base">
        <a:spcBef>
          <a:spcPct val="0"/>
        </a:spcBef>
        <a:spcAft>
          <a:spcPct val="0"/>
        </a:spcAft>
        <a:defRPr sz="4000">
          <a:solidFill>
            <a:schemeClr val="tx2"/>
          </a:solidFill>
          <a:latin typeface="Times New Roman" panose="02020603050405020304" pitchFamily="18" charset="0"/>
          <a:ea typeface="굴림" panose="020B0600000101010101" pitchFamily="50" charset="-127"/>
        </a:defRPr>
      </a:lvl7pPr>
      <a:lvl8pPr marL="1371600" algn="l" rtl="0" fontAlgn="base">
        <a:spcBef>
          <a:spcPct val="0"/>
        </a:spcBef>
        <a:spcAft>
          <a:spcPct val="0"/>
        </a:spcAft>
        <a:defRPr sz="4000">
          <a:solidFill>
            <a:schemeClr val="tx2"/>
          </a:solidFill>
          <a:latin typeface="Times New Roman" panose="02020603050405020304" pitchFamily="18" charset="0"/>
          <a:ea typeface="굴림" panose="020B0600000101010101" pitchFamily="50" charset="-127"/>
        </a:defRPr>
      </a:lvl8pPr>
      <a:lvl9pPr marL="1828800" algn="l" rtl="0" fontAlgn="base">
        <a:spcBef>
          <a:spcPct val="0"/>
        </a:spcBef>
        <a:spcAft>
          <a:spcPct val="0"/>
        </a:spcAft>
        <a:defRPr sz="4000">
          <a:solidFill>
            <a:schemeClr val="tx2"/>
          </a:solidFill>
          <a:latin typeface="Times New Roman" panose="02020603050405020304" pitchFamily="18" charset="0"/>
          <a:ea typeface="굴림" panose="020B0600000101010101" pitchFamily="50" charset="-127"/>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0"/>
            <a:ext cx="9144000" cy="1146175"/>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dirty="0">
              <a:solidFill>
                <a:schemeClr val="tx1"/>
              </a:solidFill>
              <a:latin typeface="gall sant"/>
            </a:endParaRPr>
          </a:p>
        </p:txBody>
      </p:sp>
      <p:pic>
        <p:nvPicPr>
          <p:cNvPr id="2051" name="Picture 7"/>
          <p:cNvPicPr>
            <a:picLocks noChangeAspect="1"/>
          </p:cNvPicPr>
          <p:nvPr userDrawn="1"/>
        </p:nvPicPr>
        <p:blipFill>
          <a:blip r:embed="rId14"/>
          <a:srcRect/>
          <a:stretch>
            <a:fillRect/>
          </a:stretch>
        </p:blipFill>
        <p:spPr bwMode="auto">
          <a:xfrm>
            <a:off x="7939088" y="134938"/>
            <a:ext cx="857250" cy="857250"/>
          </a:xfrm>
          <a:prstGeom prst="rect">
            <a:avLst/>
          </a:prstGeom>
          <a:noFill/>
          <a:ln w="9525">
            <a:noFill/>
            <a:miter lim="800000"/>
            <a:headEnd/>
            <a:tailEnd/>
          </a:ln>
        </p:spPr>
      </p:pic>
      <p:sp>
        <p:nvSpPr>
          <p:cNvPr id="9" name="Rectangle 2"/>
          <p:cNvSpPr>
            <a:spLocks noGrp="1" noChangeArrowheads="1"/>
          </p:cNvSpPr>
          <p:nvPr>
            <p:ph type="title"/>
          </p:nvPr>
        </p:nvSpPr>
        <p:spPr bwMode="auto">
          <a:xfrm>
            <a:off x="614363" y="-25400"/>
            <a:ext cx="7515225" cy="1143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 name="Rectangle 3"/>
          <p:cNvSpPr>
            <a:spLocks noGrp="1" noChangeArrowheads="1"/>
          </p:cNvSpPr>
          <p:nvPr>
            <p:ph type="body" idx="1"/>
          </p:nvPr>
        </p:nvSpPr>
        <p:spPr bwMode="auto">
          <a:xfrm>
            <a:off x="569913" y="2130425"/>
            <a:ext cx="8229600" cy="45259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슬라이드 번호 개체 틀 1">
            <a:extLst>
              <a:ext uri="{FF2B5EF4-FFF2-40B4-BE49-F238E27FC236}">
                <a16:creationId xmlns:a16="http://schemas.microsoft.com/office/drawing/2014/main" id="{67F8BDB6-6F16-4EF3-B941-E785F1885C04}"/>
              </a:ext>
            </a:extLst>
          </p:cNvPr>
          <p:cNvSpPr>
            <a:spLocks noGrp="1"/>
          </p:cNvSpPr>
          <p:nvPr>
            <p:ph type="sldNum" sz="quarter" idx="4"/>
          </p:nvPr>
        </p:nvSpPr>
        <p:spPr>
          <a:xfrm>
            <a:off x="6742113" y="6473825"/>
            <a:ext cx="2057400" cy="365125"/>
          </a:xfrm>
          <a:prstGeom prst="rect">
            <a:avLst/>
          </a:prstGeom>
        </p:spPr>
        <p:txBody>
          <a:bodyPr vert="horz" lIns="91440" tIns="45720" rIns="91440" bIns="45720" rtlCol="0" anchor="ctr"/>
          <a:lstStyle>
            <a:lvl1pPr algn="r">
              <a:defRPr sz="1200">
                <a:solidFill>
                  <a:schemeClr val="tx1"/>
                </a:solidFill>
              </a:defRPr>
            </a:lvl1pPr>
          </a:lstStyle>
          <a:p>
            <a:fld id="{18941CFF-B491-4296-AD0F-8E463E38FFDE}" type="slidenum">
              <a:rPr lang="en-US" smtClean="0"/>
              <a:pPr/>
              <a:t>‹#›</a:t>
            </a:fld>
            <a:r>
              <a:rPr lang="en-US" dirty="0"/>
              <a:t>/38</a:t>
            </a:r>
          </a:p>
        </p:txBody>
      </p:sp>
    </p:spTree>
    <p:extLst>
      <p:ext uri="{BB962C8B-B14F-4D97-AF65-F5344CB8AC3E}">
        <p14:creationId xmlns:p14="http://schemas.microsoft.com/office/powerpoint/2010/main" val="3588004403"/>
      </p:ext>
    </p:extLst>
  </p:cSld>
  <p:clrMap bg1="lt1" tx1="dk1" bg2="lt2" tx2="dk2" accent1="accent1" accent2="accent2" accent3="accent3" accent4="accent4" accent5="accent5" accent6="accent6" hlink="hlink" folHlink="folHlink"/>
  <p:sldLayoutIdLst>
    <p:sldLayoutId id="2147484067" r:id="rId1"/>
    <p:sldLayoutId id="2147484068" r:id="rId2"/>
    <p:sldLayoutId id="2147484069" r:id="rId3"/>
    <p:sldLayoutId id="2147484070" r:id="rId4"/>
    <p:sldLayoutId id="2147484071" r:id="rId5"/>
    <p:sldLayoutId id="2147484072" r:id="rId6"/>
    <p:sldLayoutId id="2147484073" r:id="rId7"/>
    <p:sldLayoutId id="2147484074" r:id="rId8"/>
    <p:sldLayoutId id="2147484075" r:id="rId9"/>
    <p:sldLayoutId id="2147484076" r:id="rId10"/>
    <p:sldLayoutId id="2147484077" r:id="rId11"/>
    <p:sldLayoutId id="2147484078" r:id="rId12"/>
  </p:sldLayoutIdLst>
  <p:hf hdr="0" ftr="0" dt="0"/>
  <p:txStyles>
    <p:titleStyle>
      <a:lvl1pPr algn="l" defTabSz="457200" rtl="0" eaLnBrk="0" fontAlgn="base" hangingPunct="0">
        <a:spcBef>
          <a:spcPct val="0"/>
        </a:spcBef>
        <a:spcAft>
          <a:spcPct val="0"/>
        </a:spcAft>
        <a:defRPr sz="2000" kern="1200">
          <a:solidFill>
            <a:schemeClr val="bg1"/>
          </a:solidFill>
          <a:latin typeface="gall sant"/>
          <a:ea typeface="ＭＳ Ｐゴシック" charset="0"/>
          <a:cs typeface="Times New Roman"/>
        </a:defRPr>
      </a:lvl1pPr>
      <a:lvl2pPr algn="l" defTabSz="457200" rtl="0" eaLnBrk="0" fontAlgn="base" hangingPunct="0">
        <a:spcBef>
          <a:spcPct val="0"/>
        </a:spcBef>
        <a:spcAft>
          <a:spcPct val="0"/>
        </a:spcAft>
        <a:defRPr sz="2000">
          <a:solidFill>
            <a:schemeClr val="bg1"/>
          </a:solidFill>
          <a:latin typeface="Times New Roman" charset="0"/>
          <a:ea typeface="ＭＳ Ｐゴシック" charset="0"/>
        </a:defRPr>
      </a:lvl2pPr>
      <a:lvl3pPr algn="l" defTabSz="457200" rtl="0" eaLnBrk="0" fontAlgn="base" hangingPunct="0">
        <a:spcBef>
          <a:spcPct val="0"/>
        </a:spcBef>
        <a:spcAft>
          <a:spcPct val="0"/>
        </a:spcAft>
        <a:defRPr sz="2000">
          <a:solidFill>
            <a:schemeClr val="bg1"/>
          </a:solidFill>
          <a:latin typeface="Times New Roman" charset="0"/>
          <a:ea typeface="ＭＳ Ｐゴシック" charset="0"/>
        </a:defRPr>
      </a:lvl3pPr>
      <a:lvl4pPr algn="l" defTabSz="457200" rtl="0" eaLnBrk="0" fontAlgn="base" hangingPunct="0">
        <a:spcBef>
          <a:spcPct val="0"/>
        </a:spcBef>
        <a:spcAft>
          <a:spcPct val="0"/>
        </a:spcAft>
        <a:defRPr sz="2000">
          <a:solidFill>
            <a:schemeClr val="bg1"/>
          </a:solidFill>
          <a:latin typeface="Times New Roman" charset="0"/>
          <a:ea typeface="ＭＳ Ｐゴシック" charset="0"/>
        </a:defRPr>
      </a:lvl4pPr>
      <a:lvl5pPr algn="l" defTabSz="457200" rtl="0" eaLnBrk="0" fontAlgn="base" hangingPunct="0">
        <a:spcBef>
          <a:spcPct val="0"/>
        </a:spcBef>
        <a:spcAft>
          <a:spcPct val="0"/>
        </a:spcAft>
        <a:defRPr sz="2000">
          <a:solidFill>
            <a:schemeClr val="bg1"/>
          </a:solidFill>
          <a:latin typeface="Times New Roman" charset="0"/>
          <a:ea typeface="ＭＳ Ｐゴシック" charset="0"/>
        </a:defRPr>
      </a:lvl5pPr>
      <a:lvl6pPr marL="457200" algn="l" defTabSz="457200" rtl="0" fontAlgn="base">
        <a:spcBef>
          <a:spcPct val="0"/>
        </a:spcBef>
        <a:spcAft>
          <a:spcPct val="0"/>
        </a:spcAft>
        <a:defRPr sz="2000">
          <a:solidFill>
            <a:schemeClr val="bg1"/>
          </a:solidFill>
          <a:latin typeface="Times New Roman" charset="0"/>
          <a:ea typeface="ＭＳ Ｐゴシック" charset="0"/>
        </a:defRPr>
      </a:lvl6pPr>
      <a:lvl7pPr marL="914400" algn="l" defTabSz="457200" rtl="0" fontAlgn="base">
        <a:spcBef>
          <a:spcPct val="0"/>
        </a:spcBef>
        <a:spcAft>
          <a:spcPct val="0"/>
        </a:spcAft>
        <a:defRPr sz="2000">
          <a:solidFill>
            <a:schemeClr val="bg1"/>
          </a:solidFill>
          <a:latin typeface="Times New Roman" charset="0"/>
          <a:ea typeface="ＭＳ Ｐゴシック" charset="0"/>
        </a:defRPr>
      </a:lvl7pPr>
      <a:lvl8pPr marL="1371600" algn="l" defTabSz="457200" rtl="0" fontAlgn="base">
        <a:spcBef>
          <a:spcPct val="0"/>
        </a:spcBef>
        <a:spcAft>
          <a:spcPct val="0"/>
        </a:spcAft>
        <a:defRPr sz="2000">
          <a:solidFill>
            <a:schemeClr val="bg1"/>
          </a:solidFill>
          <a:latin typeface="Times New Roman" charset="0"/>
          <a:ea typeface="ＭＳ Ｐゴシック" charset="0"/>
        </a:defRPr>
      </a:lvl8pPr>
      <a:lvl9pPr marL="1828800" algn="l" defTabSz="457200" rtl="0" fontAlgn="base">
        <a:spcBef>
          <a:spcPct val="0"/>
        </a:spcBef>
        <a:spcAft>
          <a:spcPct val="0"/>
        </a:spcAft>
        <a:defRPr sz="2000">
          <a:solidFill>
            <a:schemeClr val="bg1"/>
          </a:solidFill>
          <a:latin typeface="Times New Roman" charset="0"/>
          <a:ea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defRPr sz="1800" i="0" kern="1200">
          <a:solidFill>
            <a:schemeClr val="tx1"/>
          </a:solidFill>
          <a:latin typeface="gall sant"/>
          <a:ea typeface="ＭＳ Ｐゴシック" charset="0"/>
          <a:cs typeface="Times New Roman"/>
        </a:defRPr>
      </a:lvl1pPr>
      <a:lvl2pPr marL="800100" indent="-342900" algn="l" defTabSz="457200" rtl="0" eaLnBrk="0" fontAlgn="base" hangingPunct="0">
        <a:spcBef>
          <a:spcPct val="20000"/>
        </a:spcBef>
        <a:spcAft>
          <a:spcPct val="0"/>
        </a:spcAft>
        <a:buClr>
          <a:srgbClr val="CC0000"/>
        </a:buClr>
        <a:buFont typeface="Wingdings" pitchFamily="2" charset="2"/>
        <a:buChar char="§"/>
        <a:defRPr sz="1800" i="0" kern="1200">
          <a:solidFill>
            <a:srgbClr val="000000"/>
          </a:solidFill>
          <a:latin typeface="gall sant"/>
          <a:ea typeface="ＭＳ Ｐゴシック" charset="0"/>
          <a:cs typeface="Times New Roman"/>
        </a:defRPr>
      </a:lvl2pPr>
      <a:lvl3pPr marL="1200150" indent="-285750" algn="l" defTabSz="457200" rtl="0" eaLnBrk="0" fontAlgn="base" hangingPunct="0">
        <a:spcBef>
          <a:spcPct val="20000"/>
        </a:spcBef>
        <a:spcAft>
          <a:spcPct val="0"/>
        </a:spcAft>
        <a:buFont typeface="Arial" pitchFamily="34" charset="0"/>
        <a:buChar char="•"/>
        <a:defRPr sz="1800" i="0" kern="1200">
          <a:solidFill>
            <a:schemeClr val="tx1"/>
          </a:solidFill>
          <a:latin typeface="gall sant"/>
          <a:ea typeface="ＭＳ Ｐゴシック" charset="0"/>
          <a:cs typeface="Times New Roman"/>
        </a:defRPr>
      </a:lvl3pPr>
      <a:lvl4pPr marL="1657350" indent="-285750" algn="l" defTabSz="457200" rtl="0" eaLnBrk="0" fontAlgn="base" hangingPunct="0">
        <a:spcBef>
          <a:spcPct val="20000"/>
        </a:spcBef>
        <a:spcAft>
          <a:spcPct val="0"/>
        </a:spcAft>
        <a:buFont typeface="Lucida Grande" pitchFamily="-84" charset="0"/>
        <a:buChar char="-"/>
        <a:defRPr sz="1800" i="0" kern="1200">
          <a:solidFill>
            <a:schemeClr val="tx1"/>
          </a:solidFill>
          <a:latin typeface="gall sant"/>
          <a:ea typeface="ＭＳ Ｐゴシック" charset="0"/>
          <a:cs typeface="Times New Roman"/>
        </a:defRPr>
      </a:lvl4pPr>
      <a:lvl5pPr marL="1828800" algn="l" defTabSz="457200" rtl="0" eaLnBrk="0" fontAlgn="base" hangingPunct="0">
        <a:spcBef>
          <a:spcPct val="20000"/>
        </a:spcBef>
        <a:spcAft>
          <a:spcPct val="0"/>
        </a:spcAft>
        <a:buClr>
          <a:srgbClr val="CC0000"/>
        </a:buClr>
        <a:defRPr sz="1800" i="0" kern="1200">
          <a:solidFill>
            <a:schemeClr val="tx1"/>
          </a:solidFill>
          <a:latin typeface="gall sant"/>
          <a:ea typeface="ＭＳ Ｐゴシック" charset="0"/>
          <a:cs typeface="Times New Roman"/>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a:extLst>
              <a:ext uri="{FF2B5EF4-FFF2-40B4-BE49-F238E27FC236}">
                <a16:creationId xmlns:a16="http://schemas.microsoft.com/office/drawing/2014/main" id="{2D7BDD79-23E2-4C3D-B6B5-6C55C32BA8BA}"/>
              </a:ext>
            </a:extLst>
          </p:cNvPr>
          <p:cNvSpPr>
            <a:spLocks noGrp="1" noChangeArrowheads="1"/>
          </p:cNvSpPr>
          <p:nvPr>
            <p:ph type="ctrTitle"/>
          </p:nvPr>
        </p:nvSpPr>
        <p:spPr>
          <a:xfrm>
            <a:off x="381000" y="1447800"/>
            <a:ext cx="8382000" cy="1143000"/>
          </a:xfrm>
        </p:spPr>
        <p:txBody>
          <a:bodyPr/>
          <a:lstStyle/>
          <a:p>
            <a:pPr algn="ctr" eaLnBrk="1" hangingPunct="1"/>
            <a:r>
              <a:rPr lang="en-US" altLang="ko-KR" sz="3600" b="1">
                <a:latin typeface="Gill Sans MT" panose="020B0502020104020203" pitchFamily="34" charset="0"/>
              </a:rPr>
              <a:t>Architectural </a:t>
            </a:r>
            <a:r>
              <a:rPr lang="en-US" altLang="ko-KR" sz="3600" b="1" dirty="0">
                <a:latin typeface="Gill Sans MT" panose="020B0502020104020203" pitchFamily="34" charset="0"/>
              </a:rPr>
              <a:t>Design</a:t>
            </a:r>
            <a:br>
              <a:rPr lang="en-US" altLang="ko-KR" sz="3600" b="1" dirty="0">
                <a:latin typeface="Gill Sans MT" panose="020B0502020104020203" pitchFamily="34" charset="0"/>
              </a:rPr>
            </a:br>
            <a:endParaRPr lang="en-US" altLang="ko-KR" sz="3600" b="1" dirty="0">
              <a:latin typeface="Gill Sans MT" panose="020B0502020104020203" pitchFamily="34" charset="0"/>
            </a:endParaRPr>
          </a:p>
        </p:txBody>
      </p:sp>
      <p:sp>
        <p:nvSpPr>
          <p:cNvPr id="2" name="직사각형 1"/>
          <p:cNvSpPr/>
          <p:nvPr/>
        </p:nvSpPr>
        <p:spPr>
          <a:xfrm>
            <a:off x="533400" y="3962400"/>
            <a:ext cx="8077200" cy="2648482"/>
          </a:xfrm>
          <a:prstGeom prst="rect">
            <a:avLst/>
          </a:prstGeom>
        </p:spPr>
        <p:txBody>
          <a:bodyPr wrap="square">
            <a:spAutoFit/>
          </a:bodyPr>
          <a:lstStyle/>
          <a:p>
            <a:pPr marL="0" marR="0" algn="just">
              <a:lnSpc>
                <a:spcPct val="107000"/>
              </a:lnSpc>
              <a:spcBef>
                <a:spcPts val="0"/>
              </a:spcBef>
              <a:spcAft>
                <a:spcPts val="800"/>
              </a:spcAft>
            </a:pPr>
            <a:r>
              <a:rPr lang="en-US" b="1" dirty="0">
                <a:latin typeface="Times New Roman" panose="02020603050405020304" pitchFamily="18" charset="0"/>
                <a:ea typeface="맑은 고딕" panose="020B0503020000020004" pitchFamily="50" charset="-127"/>
                <a:cs typeface="Times New Roman" panose="02020603050405020304" pitchFamily="18" charset="0"/>
              </a:rPr>
              <a:t>Architectural Design</a:t>
            </a:r>
            <a:endParaRPr lang="en-US" sz="1600" dirty="0">
              <a:latin typeface="Calibri" panose="020F0502020204030204" pitchFamily="34" charset="0"/>
              <a:ea typeface="맑은 고딕" panose="020B0503020000020004" pitchFamily="50" charset="-127"/>
              <a:cs typeface="Times New Roman" panose="02020603050405020304" pitchFamily="18" charset="0"/>
            </a:endParaRPr>
          </a:p>
          <a:p>
            <a:pPr marL="342900" marR="0" lvl="0" indent="-342900" algn="just">
              <a:lnSpc>
                <a:spcPct val="107000"/>
              </a:lnSpc>
              <a:spcBef>
                <a:spcPts val="0"/>
              </a:spcBef>
              <a:spcAft>
                <a:spcPts val="800"/>
              </a:spcAft>
              <a:buFont typeface="Symbol" panose="05050102010706020507" pitchFamily="18" charset="2"/>
              <a:buChar char=""/>
            </a:pPr>
            <a:r>
              <a:rPr lang="en-US" dirty="0">
                <a:latin typeface="Times New Roman" panose="02020603050405020304" pitchFamily="18" charset="0"/>
                <a:ea typeface="맑은 고딕" panose="020B0503020000020004" pitchFamily="50" charset="-127"/>
                <a:cs typeface="Times New Roman" panose="02020603050405020304" pitchFamily="18" charset="0"/>
              </a:rPr>
              <a:t>Design the software architectural model for the online shopping mall where the model is defined in terms of subsystems and their interactions. Each subsystem should be represented with objects supporting the subsystem. Define the communication styles between subsystems.</a:t>
            </a:r>
          </a:p>
          <a:p>
            <a:pPr marL="342900" marR="0" lvl="0" indent="-342900" algn="just">
              <a:lnSpc>
                <a:spcPct val="107000"/>
              </a:lnSpc>
              <a:spcBef>
                <a:spcPts val="0"/>
              </a:spcBef>
              <a:spcAft>
                <a:spcPts val="800"/>
              </a:spcAft>
              <a:buFont typeface="Symbol" panose="05050102010706020507" pitchFamily="18" charset="2"/>
              <a:buChar char=""/>
            </a:pPr>
            <a:r>
              <a:rPr lang="en-US" dirty="0">
                <a:latin typeface="Times New Roman" panose="02020603050405020304" pitchFamily="18" charset="0"/>
                <a:ea typeface="맑은 고딕" panose="020B0503020000020004" pitchFamily="50" charset="-127"/>
                <a:cs typeface="Times New Roman" panose="02020603050405020304" pitchFamily="18" charset="0"/>
              </a:rPr>
              <a:t>Develop a running prototype. You need to implement the software using object-oriented language such as C++, C#, or Java. The prototype should have two functionalities designated by the instructor. GUI is NOT required</a:t>
            </a:r>
            <a:endParaRPr lang="en-US" sz="1600" dirty="0">
              <a:effectLst/>
              <a:latin typeface="Calibri" panose="020F0502020204030204" pitchFamily="34" charset="0"/>
              <a:ea typeface="맑은 고딕" panose="020B0503020000020004" pitchFamily="50" charset="-127"/>
              <a:cs typeface="Times New Roman" panose="02020603050405020304" pitchFamily="18" charset="0"/>
            </a:endParaRPr>
          </a:p>
        </p:txBody>
      </p:sp>
    </p:spTree>
    <p:extLst>
      <p:ext uri="{BB962C8B-B14F-4D97-AF65-F5344CB8AC3E}">
        <p14:creationId xmlns:p14="http://schemas.microsoft.com/office/powerpoint/2010/main" val="7672243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EBBD7BC7-86C6-4067-B924-7F3C624CF47C}"/>
              </a:ext>
            </a:extLst>
          </p:cNvPr>
          <p:cNvSpPr>
            <a:spLocks noGrp="1" noChangeArrowheads="1"/>
          </p:cNvSpPr>
          <p:nvPr>
            <p:ph type="title"/>
          </p:nvPr>
        </p:nvSpPr>
        <p:spPr>
          <a:xfrm>
            <a:off x="1525588" y="762000"/>
            <a:ext cx="7088187" cy="771525"/>
          </a:xfrm>
        </p:spPr>
        <p:txBody>
          <a:bodyPr/>
          <a:lstStyle/>
          <a:p>
            <a:pPr eaLnBrk="1" hangingPunct="1"/>
            <a:r>
              <a:rPr lang="en-US" altLang="ko-KR" sz="2800" b="1" dirty="0">
                <a:latin typeface="Gill Sans MT" panose="020B0502020104020203" pitchFamily="34" charset="0"/>
              </a:rPr>
              <a:t>Software Architecture</a:t>
            </a:r>
          </a:p>
        </p:txBody>
      </p:sp>
      <p:sp>
        <p:nvSpPr>
          <p:cNvPr id="6147" name="Rectangle 3">
            <a:extLst>
              <a:ext uri="{FF2B5EF4-FFF2-40B4-BE49-F238E27FC236}">
                <a16:creationId xmlns:a16="http://schemas.microsoft.com/office/drawing/2014/main" id="{965F61E5-64AF-4613-B252-1033BC113602}"/>
              </a:ext>
            </a:extLst>
          </p:cNvPr>
          <p:cNvSpPr>
            <a:spLocks noGrp="1" noChangeArrowheads="1"/>
          </p:cNvSpPr>
          <p:nvPr>
            <p:ph type="body" idx="1"/>
          </p:nvPr>
        </p:nvSpPr>
        <p:spPr>
          <a:xfrm>
            <a:off x="663575" y="2057400"/>
            <a:ext cx="7413625" cy="4419600"/>
          </a:xfrm>
        </p:spPr>
        <p:txBody>
          <a:bodyPr/>
          <a:lstStyle/>
          <a:p>
            <a:pPr eaLnBrk="1" hangingPunct="1">
              <a:spcBef>
                <a:spcPct val="0"/>
              </a:spcBef>
            </a:pPr>
            <a:r>
              <a:rPr lang="en-US" altLang="ko-KR" sz="1800" dirty="0">
                <a:latin typeface="Gill Sans MT" panose="020B0502020104020203" pitchFamily="34" charset="0"/>
              </a:rPr>
              <a:t>Software architecture</a:t>
            </a:r>
          </a:p>
          <a:p>
            <a:pPr lvl="1" eaLnBrk="1" hangingPunct="1">
              <a:spcBef>
                <a:spcPct val="0"/>
              </a:spcBef>
            </a:pPr>
            <a:r>
              <a:rPr lang="en-US" altLang="ko-KR" sz="1800" dirty="0">
                <a:latin typeface="Gill Sans MT" panose="020B0502020104020203" pitchFamily="34" charset="0"/>
              </a:rPr>
              <a:t>Components (subsystems) and interaction between the components</a:t>
            </a:r>
          </a:p>
          <a:p>
            <a:pPr lvl="2" eaLnBrk="1" hangingPunct="1">
              <a:spcBef>
                <a:spcPct val="0"/>
              </a:spcBef>
            </a:pPr>
            <a:r>
              <a:rPr lang="en-US" altLang="ko-KR" sz="1800" dirty="0">
                <a:latin typeface="Gill Sans MT" panose="020B0502020104020203" pitchFamily="34" charset="0"/>
              </a:rPr>
              <a:t>Insecure components and interaction</a:t>
            </a:r>
          </a:p>
          <a:p>
            <a:pPr lvl="2" eaLnBrk="1" hangingPunct="1">
              <a:spcBef>
                <a:spcPct val="0"/>
              </a:spcBef>
            </a:pPr>
            <a:endParaRPr lang="en-US" altLang="ko-KR" sz="1800" dirty="0">
              <a:latin typeface="Gill Sans MT" panose="020B0502020104020203" pitchFamily="34" charset="0"/>
            </a:endParaRPr>
          </a:p>
          <a:p>
            <a:pPr eaLnBrk="1" hangingPunct="1">
              <a:spcBef>
                <a:spcPct val="0"/>
              </a:spcBef>
            </a:pPr>
            <a:r>
              <a:rPr lang="en-US" altLang="ko-KR" sz="1800" dirty="0">
                <a:latin typeface="Gill Sans MT" panose="020B0502020104020203" pitchFamily="34" charset="0"/>
              </a:rPr>
              <a:t>Develop integrated communication diagram</a:t>
            </a:r>
          </a:p>
          <a:p>
            <a:pPr lvl="1" eaLnBrk="1" hangingPunct="1">
              <a:spcBef>
                <a:spcPct val="0"/>
              </a:spcBef>
            </a:pPr>
            <a:r>
              <a:rPr lang="en-US" altLang="ko-KR" sz="1800" dirty="0">
                <a:latin typeface="Gill Sans MT" panose="020B0502020104020203" pitchFamily="34" charset="0"/>
              </a:rPr>
              <a:t>Application objects and their interactions</a:t>
            </a:r>
          </a:p>
          <a:p>
            <a:pPr lvl="1" eaLnBrk="1" hangingPunct="1">
              <a:spcBef>
                <a:spcPct val="0"/>
              </a:spcBef>
            </a:pPr>
            <a:r>
              <a:rPr lang="en-US" altLang="ko-KR" sz="1800" dirty="0">
                <a:latin typeface="Gill Sans MT" panose="020B0502020104020203" pitchFamily="34" charset="0"/>
              </a:rPr>
              <a:t>Merge all communication diagrams for use cases</a:t>
            </a:r>
          </a:p>
          <a:p>
            <a:pPr lvl="1" eaLnBrk="1" hangingPunct="1">
              <a:spcBef>
                <a:spcPct val="0"/>
              </a:spcBef>
            </a:pPr>
            <a:endParaRPr lang="en-US" altLang="ko-KR" sz="1800" dirty="0">
              <a:latin typeface="Gill Sans MT" panose="020B0502020104020203" pitchFamily="34" charset="0"/>
            </a:endParaRPr>
          </a:p>
          <a:p>
            <a:pPr eaLnBrk="1" hangingPunct="1">
              <a:spcBef>
                <a:spcPct val="0"/>
              </a:spcBef>
            </a:pPr>
            <a:r>
              <a:rPr lang="en-US" altLang="ko-KR" sz="1800" dirty="0">
                <a:latin typeface="Gill Sans MT" panose="020B0502020104020203" pitchFamily="34" charset="0"/>
              </a:rPr>
              <a:t>Define software architecture for applications</a:t>
            </a:r>
          </a:p>
          <a:p>
            <a:pPr lvl="1" eaLnBrk="1" hangingPunct="1">
              <a:spcBef>
                <a:spcPct val="0"/>
              </a:spcBef>
            </a:pPr>
            <a:r>
              <a:rPr lang="en-US" altLang="ko-KR" sz="1800" dirty="0">
                <a:latin typeface="Gill Sans MT" panose="020B0502020104020203" pitchFamily="34" charset="0"/>
              </a:rPr>
              <a:t>In terms of components (subsystems) and interactions</a:t>
            </a:r>
          </a:p>
          <a:p>
            <a:pPr lvl="1" eaLnBrk="1" hangingPunct="1">
              <a:spcBef>
                <a:spcPct val="0"/>
              </a:spcBef>
            </a:pPr>
            <a:r>
              <a:rPr lang="en-US" altLang="ko-KR" sz="1800" dirty="0">
                <a:latin typeface="Gill Sans MT" panose="020B0502020104020203" pitchFamily="34" charset="0"/>
              </a:rPr>
              <a:t>Software architecture for applications first</a:t>
            </a:r>
          </a:p>
          <a:p>
            <a:pPr lvl="1" eaLnBrk="1" hangingPunct="1">
              <a:spcBef>
                <a:spcPct val="0"/>
              </a:spcBef>
            </a:pPr>
            <a:r>
              <a:rPr lang="en-US" altLang="ko-KR" sz="1800" dirty="0">
                <a:latin typeface="Gill Sans MT" panose="020B0502020104020203" pitchFamily="34" charset="0"/>
              </a:rPr>
              <a:t>e.g., SOA, client/server, and so on</a:t>
            </a:r>
          </a:p>
          <a:p>
            <a:pPr lvl="2" eaLnBrk="1" hangingPunct="1">
              <a:spcBef>
                <a:spcPct val="0"/>
              </a:spcBef>
            </a:pPr>
            <a:endParaRPr lang="en-US" altLang="ko-KR" sz="1800" dirty="0">
              <a:latin typeface="Gill Sans MT" panose="020B0502020104020203" pitchFamily="34" charset="0"/>
            </a:endParaRPr>
          </a:p>
          <a:p>
            <a:pPr eaLnBrk="1" hangingPunct="1">
              <a:spcBef>
                <a:spcPct val="0"/>
              </a:spcBef>
            </a:pPr>
            <a:r>
              <a:rPr lang="en-US" altLang="ko-KR" sz="1800" dirty="0">
                <a:latin typeface="Gill Sans MT" panose="020B0502020104020203" pitchFamily="34" charset="0"/>
              </a:rPr>
              <a:t>Define communication style between subsystem</a:t>
            </a:r>
            <a:endParaRPr lang="en-US" altLang="ko-KR" sz="2600" dirty="0">
              <a:latin typeface="Gill Sans MT" panose="020B0502020104020203" pitchFamily="34" charset="0"/>
            </a:endParaRPr>
          </a:p>
        </p:txBody>
      </p:sp>
    </p:spTree>
    <p:extLst>
      <p:ext uri="{BB962C8B-B14F-4D97-AF65-F5344CB8AC3E}">
        <p14:creationId xmlns:p14="http://schemas.microsoft.com/office/powerpoint/2010/main" val="449641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EBBD7BC7-86C6-4067-B924-7F3C624CF47C}"/>
              </a:ext>
            </a:extLst>
          </p:cNvPr>
          <p:cNvSpPr>
            <a:spLocks noGrp="1" noChangeArrowheads="1"/>
          </p:cNvSpPr>
          <p:nvPr>
            <p:ph type="title"/>
          </p:nvPr>
        </p:nvSpPr>
        <p:spPr>
          <a:xfrm>
            <a:off x="1525588" y="762000"/>
            <a:ext cx="7088187" cy="771525"/>
          </a:xfrm>
        </p:spPr>
        <p:txBody>
          <a:bodyPr/>
          <a:lstStyle/>
          <a:p>
            <a:pPr eaLnBrk="1" hangingPunct="1"/>
            <a:r>
              <a:rPr lang="en-US" altLang="ko-KR" sz="2800" b="1" dirty="0">
                <a:latin typeface="Gill Sans MT" panose="020B0502020104020203" pitchFamily="34" charset="0"/>
              </a:rPr>
              <a:t>Transition from Analysis to Design:</a:t>
            </a:r>
            <a:br>
              <a:rPr lang="en-US" altLang="ko-KR" sz="2800" b="1" dirty="0">
                <a:latin typeface="Gill Sans MT" panose="020B0502020104020203" pitchFamily="34" charset="0"/>
              </a:rPr>
            </a:br>
            <a:r>
              <a:rPr lang="en-US" altLang="ko-KR" sz="2800" b="1" dirty="0">
                <a:latin typeface="Gill Sans MT" panose="020B0502020104020203" pitchFamily="34" charset="0"/>
              </a:rPr>
              <a:t>Develop initial software architecture</a:t>
            </a:r>
            <a:br>
              <a:rPr lang="en-US" altLang="ko-KR" sz="2800" b="1" dirty="0">
                <a:latin typeface="Gill Sans MT" panose="020B0502020104020203" pitchFamily="34" charset="0"/>
              </a:rPr>
            </a:br>
            <a:r>
              <a:rPr lang="en-US" altLang="ko-KR" sz="2800" b="1" dirty="0">
                <a:latin typeface="Gill Sans MT" panose="020B0502020104020203" pitchFamily="34" charset="0"/>
              </a:rPr>
              <a:t>(high level design)</a:t>
            </a:r>
          </a:p>
        </p:txBody>
      </p:sp>
      <p:sp>
        <p:nvSpPr>
          <p:cNvPr id="6147" name="Rectangle 3">
            <a:extLst>
              <a:ext uri="{FF2B5EF4-FFF2-40B4-BE49-F238E27FC236}">
                <a16:creationId xmlns:a16="http://schemas.microsoft.com/office/drawing/2014/main" id="{965F61E5-64AF-4613-B252-1033BC113602}"/>
              </a:ext>
            </a:extLst>
          </p:cNvPr>
          <p:cNvSpPr>
            <a:spLocks noGrp="1" noChangeArrowheads="1"/>
          </p:cNvSpPr>
          <p:nvPr>
            <p:ph type="body" idx="1"/>
          </p:nvPr>
        </p:nvSpPr>
        <p:spPr>
          <a:xfrm>
            <a:off x="663575" y="2057400"/>
            <a:ext cx="7413625" cy="4419600"/>
          </a:xfrm>
        </p:spPr>
        <p:txBody>
          <a:bodyPr/>
          <a:lstStyle/>
          <a:p>
            <a:pPr eaLnBrk="1" hangingPunct="1">
              <a:spcBef>
                <a:spcPct val="0"/>
              </a:spcBef>
            </a:pPr>
            <a:r>
              <a:rPr lang="en-US" altLang="ko-KR" sz="1800" dirty="0">
                <a:latin typeface="Gill Sans MT" panose="020B0502020104020203" pitchFamily="34" charset="0"/>
              </a:rPr>
              <a:t>Start with dynamic interaction model</a:t>
            </a:r>
          </a:p>
          <a:p>
            <a:pPr lvl="1" eaLnBrk="1" hangingPunct="1">
              <a:spcBef>
                <a:spcPct val="0"/>
              </a:spcBef>
            </a:pPr>
            <a:r>
              <a:rPr lang="en-US" altLang="ko-KR" sz="1800" dirty="0">
                <a:latin typeface="Gill Sans MT" panose="020B0502020104020203" pitchFamily="34" charset="0"/>
              </a:rPr>
              <a:t>Use case based interaction diagrams</a:t>
            </a:r>
          </a:p>
          <a:p>
            <a:pPr lvl="1" eaLnBrk="1" hangingPunct="1">
              <a:spcBef>
                <a:spcPct val="0"/>
              </a:spcBef>
            </a:pPr>
            <a:r>
              <a:rPr lang="en-US" altLang="ko-KR" sz="1800" dirty="0">
                <a:latin typeface="Gill Sans MT" panose="020B0502020104020203" pitchFamily="34" charset="0"/>
              </a:rPr>
              <a:t>Sequence diagrams</a:t>
            </a:r>
          </a:p>
          <a:p>
            <a:pPr lvl="1" eaLnBrk="1" hangingPunct="1">
              <a:spcBef>
                <a:spcPct val="0"/>
              </a:spcBef>
            </a:pPr>
            <a:r>
              <a:rPr lang="en-US" altLang="ko-KR" sz="1800" dirty="0">
                <a:latin typeface="Gill Sans MT" panose="020B0502020104020203" pitchFamily="34" charset="0"/>
              </a:rPr>
              <a:t>Communication diagrams</a:t>
            </a:r>
          </a:p>
          <a:p>
            <a:pPr lvl="1" eaLnBrk="1" hangingPunct="1">
              <a:spcBef>
                <a:spcPct val="0"/>
              </a:spcBef>
            </a:pPr>
            <a:endParaRPr lang="en-US" altLang="ko-KR" sz="1800" dirty="0">
              <a:latin typeface="Gill Sans MT" panose="020B0502020104020203" pitchFamily="34" charset="0"/>
            </a:endParaRPr>
          </a:p>
          <a:p>
            <a:pPr eaLnBrk="1" hangingPunct="1">
              <a:spcBef>
                <a:spcPct val="0"/>
              </a:spcBef>
            </a:pPr>
            <a:r>
              <a:rPr lang="en-US" altLang="ko-KR" sz="1800" dirty="0">
                <a:latin typeface="Gill Sans MT" panose="020B0502020104020203" pitchFamily="34" charset="0"/>
              </a:rPr>
              <a:t>Integrate use case based interaction diagrams</a:t>
            </a:r>
          </a:p>
          <a:p>
            <a:pPr lvl="1" eaLnBrk="1" hangingPunct="1">
              <a:spcBef>
                <a:spcPct val="0"/>
              </a:spcBef>
            </a:pPr>
            <a:r>
              <a:rPr lang="en-US" altLang="ko-KR" sz="1800" dirty="0">
                <a:latin typeface="Gill Sans MT" panose="020B0502020104020203" pitchFamily="34" charset="0"/>
              </a:rPr>
              <a:t>Initial version of software architecture</a:t>
            </a:r>
          </a:p>
          <a:p>
            <a:pPr lvl="1" eaLnBrk="1" hangingPunct="1">
              <a:spcBef>
                <a:spcPct val="0"/>
              </a:spcBef>
            </a:pPr>
            <a:endParaRPr lang="en-US" altLang="ko-KR" sz="1800" dirty="0">
              <a:latin typeface="Gill Sans MT" panose="020B0502020104020203" pitchFamily="34" charset="0"/>
            </a:endParaRPr>
          </a:p>
          <a:p>
            <a:pPr eaLnBrk="1" hangingPunct="1">
              <a:spcBef>
                <a:spcPct val="0"/>
              </a:spcBef>
            </a:pPr>
            <a:r>
              <a:rPr lang="en-US" altLang="ko-KR" sz="1800" dirty="0">
                <a:latin typeface="Gill Sans MT" panose="020B0502020104020203" pitchFamily="34" charset="0"/>
              </a:rPr>
              <a:t>Structure system into subsystems</a:t>
            </a:r>
          </a:p>
          <a:p>
            <a:pPr lvl="1" eaLnBrk="1" hangingPunct="1">
              <a:spcBef>
                <a:spcPct val="0"/>
              </a:spcBef>
            </a:pPr>
            <a:r>
              <a:rPr lang="en-US" altLang="ko-KR" sz="1800" dirty="0">
                <a:latin typeface="Gill Sans MT" panose="020B0502020104020203" pitchFamily="34" charset="0"/>
              </a:rPr>
              <a:t>Subsystem contains multiple objects</a:t>
            </a:r>
          </a:p>
          <a:p>
            <a:pPr lvl="1" eaLnBrk="1" hangingPunct="1">
              <a:spcBef>
                <a:spcPct val="0"/>
              </a:spcBef>
            </a:pPr>
            <a:endParaRPr lang="en-US" altLang="ko-KR" sz="1800" dirty="0">
              <a:latin typeface="Gill Sans MT" panose="020B0502020104020203" pitchFamily="34" charset="0"/>
            </a:endParaRPr>
          </a:p>
          <a:p>
            <a:pPr eaLnBrk="1" hangingPunct="1">
              <a:spcBef>
                <a:spcPct val="0"/>
              </a:spcBef>
            </a:pPr>
            <a:r>
              <a:rPr lang="en-US" altLang="ko-KR" sz="1800" dirty="0">
                <a:latin typeface="Gill Sans MT" panose="020B0502020104020203" pitchFamily="34" charset="0"/>
              </a:rPr>
              <a:t>Depict subsystems on subsystem communication diagram</a:t>
            </a:r>
          </a:p>
          <a:p>
            <a:pPr lvl="1" eaLnBrk="1" hangingPunct="1">
              <a:spcBef>
                <a:spcPct val="0"/>
              </a:spcBef>
            </a:pPr>
            <a:r>
              <a:rPr lang="en-US" altLang="ko-KR" sz="1800" dirty="0">
                <a:latin typeface="Gill Sans MT" panose="020B0502020104020203" pitchFamily="34" charset="0"/>
              </a:rPr>
              <a:t>High-level communication diagram</a:t>
            </a:r>
          </a:p>
          <a:p>
            <a:pPr lvl="1" eaLnBrk="1" hangingPunct="1">
              <a:spcBef>
                <a:spcPct val="0"/>
              </a:spcBef>
            </a:pPr>
            <a:r>
              <a:rPr lang="en-US" altLang="ko-KR" sz="1800" dirty="0">
                <a:latin typeface="Gill Sans MT" panose="020B0502020104020203" pitchFamily="34" charset="0"/>
              </a:rPr>
              <a:t>Shows subsystems and their interactions</a:t>
            </a:r>
          </a:p>
          <a:p>
            <a:pPr lvl="1" eaLnBrk="1" hangingPunct="1">
              <a:spcBef>
                <a:spcPct val="0"/>
              </a:spcBef>
            </a:pPr>
            <a:r>
              <a:rPr lang="en-US" altLang="ko-KR" sz="1800" dirty="0">
                <a:latin typeface="Gill Sans MT" panose="020B0502020104020203" pitchFamily="34" charset="0"/>
              </a:rPr>
              <a:t>Use stereotypes for </a:t>
            </a:r>
            <a:r>
              <a:rPr lang="en-US" altLang="ko-KR" sz="1800" b="1" dirty="0">
                <a:latin typeface="Gill Sans MT" panose="020B0502020104020203" pitchFamily="34" charset="0"/>
              </a:rPr>
              <a:t>subsystem structuring criteria</a:t>
            </a:r>
          </a:p>
        </p:txBody>
      </p:sp>
    </p:spTree>
    <p:extLst>
      <p:ext uri="{BB962C8B-B14F-4D97-AF65-F5344CB8AC3E}">
        <p14:creationId xmlns:p14="http://schemas.microsoft.com/office/powerpoint/2010/main" val="20090017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EBBD7BC7-86C6-4067-B924-7F3C624CF47C}"/>
              </a:ext>
            </a:extLst>
          </p:cNvPr>
          <p:cNvSpPr>
            <a:spLocks noGrp="1" noChangeArrowheads="1"/>
          </p:cNvSpPr>
          <p:nvPr>
            <p:ph type="title"/>
          </p:nvPr>
        </p:nvSpPr>
        <p:spPr>
          <a:xfrm>
            <a:off x="1525588" y="762000"/>
            <a:ext cx="7088187" cy="771525"/>
          </a:xfrm>
        </p:spPr>
        <p:txBody>
          <a:bodyPr/>
          <a:lstStyle/>
          <a:p>
            <a:pPr eaLnBrk="1" hangingPunct="1"/>
            <a:r>
              <a:rPr lang="en-US" altLang="ko-KR" sz="2800" b="1" dirty="0">
                <a:latin typeface="Gill Sans MT" panose="020B0502020104020203" pitchFamily="34" charset="0"/>
              </a:rPr>
              <a:t>Transition from Analysis to Design:</a:t>
            </a:r>
            <a:br>
              <a:rPr lang="en-US" altLang="ko-KR" sz="2800" b="1" dirty="0">
                <a:latin typeface="Gill Sans MT" panose="020B0502020104020203" pitchFamily="34" charset="0"/>
              </a:rPr>
            </a:br>
            <a:r>
              <a:rPr lang="en-US" altLang="ko-KR" sz="2800" b="1" dirty="0">
                <a:latin typeface="Gill Sans MT" panose="020B0502020104020203" pitchFamily="34" charset="0"/>
              </a:rPr>
              <a:t>Integration of Communication Diagrams</a:t>
            </a:r>
          </a:p>
        </p:txBody>
      </p:sp>
      <p:sp>
        <p:nvSpPr>
          <p:cNvPr id="6147" name="Rectangle 3">
            <a:extLst>
              <a:ext uri="{FF2B5EF4-FFF2-40B4-BE49-F238E27FC236}">
                <a16:creationId xmlns:a16="http://schemas.microsoft.com/office/drawing/2014/main" id="{965F61E5-64AF-4613-B252-1033BC113602}"/>
              </a:ext>
            </a:extLst>
          </p:cNvPr>
          <p:cNvSpPr>
            <a:spLocks noGrp="1" noChangeArrowheads="1"/>
          </p:cNvSpPr>
          <p:nvPr>
            <p:ph type="body" idx="1"/>
          </p:nvPr>
        </p:nvSpPr>
        <p:spPr>
          <a:xfrm>
            <a:off x="663575" y="2057400"/>
            <a:ext cx="7413625" cy="4419600"/>
          </a:xfrm>
        </p:spPr>
        <p:txBody>
          <a:bodyPr/>
          <a:lstStyle/>
          <a:p>
            <a:pPr eaLnBrk="1" hangingPunct="1">
              <a:spcBef>
                <a:spcPct val="0"/>
              </a:spcBef>
            </a:pPr>
            <a:r>
              <a:rPr lang="en-US" altLang="ko-KR" sz="1800" dirty="0">
                <a:latin typeface="Gill Sans MT" panose="020B0502020104020203" pitchFamily="34" charset="0"/>
              </a:rPr>
              <a:t>Integration of communication diagrams</a:t>
            </a:r>
          </a:p>
          <a:p>
            <a:pPr lvl="1" eaLnBrk="1" hangingPunct="1">
              <a:spcBef>
                <a:spcPct val="0"/>
              </a:spcBef>
            </a:pPr>
            <a:r>
              <a:rPr lang="en-US" altLang="ko-KR" sz="1800" dirty="0">
                <a:latin typeface="Gill Sans MT" panose="020B0502020104020203" pitchFamily="34" charset="0"/>
              </a:rPr>
              <a:t>To determine overall structure of system</a:t>
            </a:r>
          </a:p>
          <a:p>
            <a:pPr lvl="1" eaLnBrk="1" hangingPunct="1">
              <a:spcBef>
                <a:spcPct val="0"/>
              </a:spcBef>
            </a:pPr>
            <a:endParaRPr lang="en-US" altLang="ko-KR" sz="1800" dirty="0">
              <a:latin typeface="Gill Sans MT" panose="020B0502020104020203" pitchFamily="34" charset="0"/>
            </a:endParaRPr>
          </a:p>
          <a:p>
            <a:pPr eaLnBrk="1" hangingPunct="1">
              <a:spcBef>
                <a:spcPct val="0"/>
              </a:spcBef>
            </a:pPr>
            <a:r>
              <a:rPr lang="en-US" altLang="ko-KR" sz="1800" dirty="0">
                <a:latin typeface="Gill Sans MT" panose="020B0502020104020203" pitchFamily="34" charset="0"/>
              </a:rPr>
              <a:t>Merger of communication diagrams</a:t>
            </a:r>
          </a:p>
          <a:p>
            <a:pPr lvl="1" eaLnBrk="1" hangingPunct="1">
              <a:spcBef>
                <a:spcPct val="0"/>
              </a:spcBef>
            </a:pPr>
            <a:r>
              <a:rPr lang="en-US" altLang="ko-KR" sz="1800" dirty="0">
                <a:latin typeface="Gill Sans MT" panose="020B0502020104020203" pitchFamily="34" charset="0"/>
              </a:rPr>
              <a:t>Start with first communication diagram</a:t>
            </a:r>
          </a:p>
          <a:p>
            <a:pPr lvl="1" eaLnBrk="1" hangingPunct="1">
              <a:spcBef>
                <a:spcPct val="0"/>
              </a:spcBef>
            </a:pPr>
            <a:r>
              <a:rPr lang="en-US" altLang="ko-KR" sz="1800" dirty="0">
                <a:latin typeface="Gill Sans MT" panose="020B0502020104020203" pitchFamily="34" charset="0"/>
              </a:rPr>
              <a:t>Superimpose other communication diagrams</a:t>
            </a:r>
          </a:p>
          <a:p>
            <a:pPr lvl="2" eaLnBrk="1" hangingPunct="1">
              <a:spcBef>
                <a:spcPct val="0"/>
              </a:spcBef>
            </a:pPr>
            <a:r>
              <a:rPr lang="en-US" altLang="ko-KR" sz="1800" dirty="0">
                <a:latin typeface="Gill Sans MT" panose="020B0502020104020203" pitchFamily="34" charset="0"/>
              </a:rPr>
              <a:t>Add new objects and new message interactions from each subsequent diagram</a:t>
            </a:r>
          </a:p>
          <a:p>
            <a:pPr lvl="2" eaLnBrk="1" hangingPunct="1">
              <a:spcBef>
                <a:spcPct val="0"/>
              </a:spcBef>
            </a:pPr>
            <a:r>
              <a:rPr lang="en-US" altLang="ko-KR" sz="1800" dirty="0">
                <a:latin typeface="Gill Sans MT" panose="020B0502020104020203" pitchFamily="34" charset="0"/>
              </a:rPr>
              <a:t>Objects and interactions that appear on multiple diagrams are only shown once</a:t>
            </a:r>
          </a:p>
          <a:p>
            <a:pPr lvl="2" eaLnBrk="1" hangingPunct="1">
              <a:spcBef>
                <a:spcPct val="0"/>
              </a:spcBef>
            </a:pPr>
            <a:r>
              <a:rPr lang="en-US" altLang="ko-KR" sz="1800" dirty="0">
                <a:latin typeface="Gill Sans MT" panose="020B0502020104020203" pitchFamily="34" charset="0"/>
              </a:rPr>
              <a:t>Consider alternative scenarios for each use case</a:t>
            </a:r>
          </a:p>
          <a:p>
            <a:pPr lvl="2" eaLnBrk="1" hangingPunct="1">
              <a:spcBef>
                <a:spcPct val="0"/>
              </a:spcBef>
            </a:pPr>
            <a:endParaRPr lang="en-US" altLang="ko-KR" sz="1800" dirty="0">
              <a:latin typeface="Gill Sans MT" panose="020B0502020104020203" pitchFamily="34" charset="0"/>
            </a:endParaRPr>
          </a:p>
          <a:p>
            <a:pPr eaLnBrk="1" hangingPunct="1">
              <a:spcBef>
                <a:spcPct val="0"/>
              </a:spcBef>
            </a:pPr>
            <a:r>
              <a:rPr lang="en-US" altLang="ko-KR" sz="1800" dirty="0">
                <a:latin typeface="Gill Sans MT" panose="020B0502020104020203" pitchFamily="34" charset="0"/>
              </a:rPr>
              <a:t>Integrated communication diagram</a:t>
            </a:r>
          </a:p>
          <a:p>
            <a:pPr lvl="1" eaLnBrk="1" hangingPunct="1">
              <a:spcBef>
                <a:spcPct val="0"/>
              </a:spcBef>
            </a:pPr>
            <a:r>
              <a:rPr lang="en-US" altLang="ko-KR" sz="1800" dirty="0">
                <a:latin typeface="Gill Sans MT" panose="020B0502020104020203" pitchFamily="34" charset="0"/>
              </a:rPr>
              <a:t>Shows all objects and their interactions</a:t>
            </a:r>
          </a:p>
        </p:txBody>
      </p:sp>
    </p:spTree>
    <p:extLst>
      <p:ext uri="{BB962C8B-B14F-4D97-AF65-F5344CB8AC3E}">
        <p14:creationId xmlns:p14="http://schemas.microsoft.com/office/powerpoint/2010/main" val="40469176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EBBD7BC7-86C6-4067-B924-7F3C624CF47C}"/>
              </a:ext>
            </a:extLst>
          </p:cNvPr>
          <p:cNvSpPr>
            <a:spLocks noGrp="1" noChangeArrowheads="1"/>
          </p:cNvSpPr>
          <p:nvPr>
            <p:ph type="title"/>
          </p:nvPr>
        </p:nvSpPr>
        <p:spPr>
          <a:xfrm>
            <a:off x="1525588" y="762000"/>
            <a:ext cx="7088187" cy="771525"/>
          </a:xfrm>
        </p:spPr>
        <p:txBody>
          <a:bodyPr/>
          <a:lstStyle/>
          <a:p>
            <a:pPr eaLnBrk="1" hangingPunct="1"/>
            <a:r>
              <a:rPr lang="en-US" altLang="ko-KR" sz="2800" b="1" dirty="0">
                <a:latin typeface="Gill Sans MT" panose="020B0502020104020203" pitchFamily="34" charset="0"/>
              </a:rPr>
              <a:t>Characteristics of Integrated Communication Diagram –</a:t>
            </a:r>
            <a:br>
              <a:rPr lang="en-US" altLang="ko-KR" sz="2800" b="1" dirty="0">
                <a:latin typeface="Gill Sans MT" panose="020B0502020104020203" pitchFamily="34" charset="0"/>
              </a:rPr>
            </a:br>
            <a:r>
              <a:rPr lang="en-US" altLang="ko-KR" sz="2800" b="1" dirty="0">
                <a:latin typeface="Gill Sans MT" panose="020B0502020104020203" pitchFamily="34" charset="0"/>
              </a:rPr>
              <a:t>ATM Client</a:t>
            </a:r>
          </a:p>
        </p:txBody>
      </p:sp>
      <p:sp>
        <p:nvSpPr>
          <p:cNvPr id="6147" name="Rectangle 3">
            <a:extLst>
              <a:ext uri="{FF2B5EF4-FFF2-40B4-BE49-F238E27FC236}">
                <a16:creationId xmlns:a16="http://schemas.microsoft.com/office/drawing/2014/main" id="{965F61E5-64AF-4613-B252-1033BC113602}"/>
              </a:ext>
            </a:extLst>
          </p:cNvPr>
          <p:cNvSpPr>
            <a:spLocks noGrp="1" noChangeArrowheads="1"/>
          </p:cNvSpPr>
          <p:nvPr>
            <p:ph type="body" idx="1"/>
          </p:nvPr>
        </p:nvSpPr>
        <p:spPr>
          <a:xfrm>
            <a:off x="663575" y="2057400"/>
            <a:ext cx="7413625" cy="4419600"/>
          </a:xfrm>
        </p:spPr>
        <p:txBody>
          <a:bodyPr/>
          <a:lstStyle/>
          <a:p>
            <a:pPr eaLnBrk="1" hangingPunct="1">
              <a:spcBef>
                <a:spcPct val="0"/>
              </a:spcBef>
            </a:pPr>
            <a:r>
              <a:rPr lang="en-US" altLang="ko-KR" sz="1800" dirty="0">
                <a:latin typeface="Gill Sans MT" panose="020B0502020104020203" pitchFamily="34" charset="0"/>
              </a:rPr>
              <a:t>For clarity</a:t>
            </a:r>
          </a:p>
          <a:p>
            <a:pPr lvl="1" eaLnBrk="1" hangingPunct="1">
              <a:spcBef>
                <a:spcPct val="0"/>
              </a:spcBef>
            </a:pPr>
            <a:r>
              <a:rPr lang="en-US" altLang="ko-KR" sz="1800" dirty="0">
                <a:latin typeface="Gill Sans MT" panose="020B0502020104020203" pitchFamily="34" charset="0"/>
              </a:rPr>
              <a:t>Sequence numbers are removed</a:t>
            </a:r>
          </a:p>
          <a:p>
            <a:pPr lvl="1" eaLnBrk="1" hangingPunct="1">
              <a:spcBef>
                <a:spcPct val="0"/>
              </a:spcBef>
            </a:pPr>
            <a:r>
              <a:rPr lang="en-US" altLang="ko-KR" sz="1800" dirty="0">
                <a:latin typeface="Gill Sans MT" panose="020B0502020104020203" pitchFamily="34" charset="0"/>
              </a:rPr>
              <a:t>Individual messages between objects can be aggregated</a:t>
            </a:r>
          </a:p>
          <a:p>
            <a:pPr lvl="1" eaLnBrk="1" hangingPunct="1">
              <a:spcBef>
                <a:spcPct val="0"/>
              </a:spcBef>
            </a:pPr>
            <a:r>
              <a:rPr lang="en-US" altLang="ko-KR" sz="1800" dirty="0">
                <a:latin typeface="Gill Sans MT" panose="020B0502020104020203" pitchFamily="34" charset="0"/>
              </a:rPr>
              <a:t>E.g., between ATM Control and Customer Interaction</a:t>
            </a:r>
          </a:p>
          <a:p>
            <a:pPr lvl="2" eaLnBrk="1" hangingPunct="1">
              <a:spcBef>
                <a:spcPct val="0"/>
              </a:spcBef>
            </a:pPr>
            <a:r>
              <a:rPr lang="en-US" altLang="ko-KR" sz="1800" dirty="0">
                <a:latin typeface="Gill Sans MT" panose="020B0502020104020203" pitchFamily="34" charset="0"/>
              </a:rPr>
              <a:t>Aggregate message = Display Prompts</a:t>
            </a:r>
          </a:p>
          <a:p>
            <a:pPr lvl="2" eaLnBrk="1" hangingPunct="1">
              <a:spcBef>
                <a:spcPct val="0"/>
              </a:spcBef>
            </a:pPr>
            <a:r>
              <a:rPr lang="en-US" altLang="ko-KR" sz="1800" dirty="0">
                <a:latin typeface="Gill Sans MT" panose="020B0502020104020203" pitchFamily="34" charset="0"/>
              </a:rPr>
              <a:t>Consists of simple messages</a:t>
            </a:r>
          </a:p>
          <a:p>
            <a:pPr lvl="3" eaLnBrk="1" hangingPunct="1">
              <a:spcBef>
                <a:spcPct val="0"/>
              </a:spcBef>
            </a:pPr>
            <a:r>
              <a:rPr lang="en-US" altLang="ko-KR" sz="1800" dirty="0">
                <a:latin typeface="Gill Sans MT" panose="020B0502020104020203" pitchFamily="34" charset="0"/>
              </a:rPr>
              <a:t>Get PIN, Invalid PIN Prompt, Display Menu, etc.</a:t>
            </a:r>
          </a:p>
          <a:p>
            <a:pPr lvl="3" eaLnBrk="1" hangingPunct="1">
              <a:spcBef>
                <a:spcPct val="0"/>
              </a:spcBef>
            </a:pPr>
            <a:endParaRPr lang="en-US" altLang="ko-KR" sz="1800" dirty="0">
              <a:latin typeface="Gill Sans MT" panose="020B0502020104020203" pitchFamily="34" charset="0"/>
            </a:endParaRPr>
          </a:p>
          <a:p>
            <a:pPr eaLnBrk="1" hangingPunct="1">
              <a:spcBef>
                <a:spcPct val="0"/>
              </a:spcBef>
            </a:pPr>
            <a:r>
              <a:rPr lang="en-US" altLang="ko-KR" sz="1800" dirty="0">
                <a:latin typeface="Gill Sans MT" panose="020B0502020104020203" pitchFamily="34" charset="0"/>
              </a:rPr>
              <a:t>E.g., between ATM Client and Banking Service</a:t>
            </a:r>
          </a:p>
          <a:p>
            <a:pPr lvl="1" eaLnBrk="1" hangingPunct="1">
              <a:spcBef>
                <a:spcPct val="0"/>
              </a:spcBef>
            </a:pPr>
            <a:r>
              <a:rPr lang="en-US" altLang="ko-KR" sz="1800" dirty="0">
                <a:latin typeface="Gill Sans MT" panose="020B0502020104020203" pitchFamily="34" charset="0"/>
              </a:rPr>
              <a:t>Aggregate message = ATM Transactions</a:t>
            </a:r>
          </a:p>
          <a:p>
            <a:pPr lvl="1" eaLnBrk="1" hangingPunct="1">
              <a:spcBef>
                <a:spcPct val="0"/>
              </a:spcBef>
            </a:pPr>
            <a:r>
              <a:rPr lang="en-US" altLang="ko-KR" sz="1800" dirty="0">
                <a:latin typeface="Gill Sans MT" panose="020B0502020104020203" pitchFamily="34" charset="0"/>
              </a:rPr>
              <a:t>Consists of simple messages</a:t>
            </a:r>
          </a:p>
          <a:p>
            <a:pPr lvl="2" eaLnBrk="1" hangingPunct="1">
              <a:spcBef>
                <a:spcPct val="0"/>
              </a:spcBef>
            </a:pPr>
            <a:r>
              <a:rPr lang="en-US" altLang="ko-KR" sz="1800" dirty="0">
                <a:latin typeface="Gill Sans MT" panose="020B0502020104020203" pitchFamily="34" charset="0"/>
              </a:rPr>
              <a:t>PIN Validation Transaction, Withdrawal Transaction, Query Transaction, Transfer Transaction</a:t>
            </a:r>
          </a:p>
        </p:txBody>
      </p:sp>
    </p:spTree>
    <p:extLst>
      <p:ext uri="{BB962C8B-B14F-4D97-AF65-F5344CB8AC3E}">
        <p14:creationId xmlns:p14="http://schemas.microsoft.com/office/powerpoint/2010/main" val="35155680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EBBD7BC7-86C6-4067-B924-7F3C624CF47C}"/>
              </a:ext>
            </a:extLst>
          </p:cNvPr>
          <p:cNvSpPr>
            <a:spLocks noGrp="1" noChangeArrowheads="1"/>
          </p:cNvSpPr>
          <p:nvPr>
            <p:ph type="title"/>
          </p:nvPr>
        </p:nvSpPr>
        <p:spPr>
          <a:xfrm>
            <a:off x="1525588" y="762000"/>
            <a:ext cx="7088187" cy="771525"/>
          </a:xfrm>
        </p:spPr>
        <p:txBody>
          <a:bodyPr/>
          <a:lstStyle/>
          <a:p>
            <a:pPr eaLnBrk="1" hangingPunct="1"/>
            <a:r>
              <a:rPr lang="en-US" altLang="ko-KR" sz="2800" b="1" dirty="0">
                <a:latin typeface="Gill Sans MT" panose="020B0502020104020203" pitchFamily="34" charset="0"/>
              </a:rPr>
              <a:t>Design of Client/Server Systems</a:t>
            </a:r>
          </a:p>
        </p:txBody>
      </p:sp>
      <p:sp>
        <p:nvSpPr>
          <p:cNvPr id="6147" name="Rectangle 3">
            <a:extLst>
              <a:ext uri="{FF2B5EF4-FFF2-40B4-BE49-F238E27FC236}">
                <a16:creationId xmlns:a16="http://schemas.microsoft.com/office/drawing/2014/main" id="{965F61E5-64AF-4613-B252-1033BC113602}"/>
              </a:ext>
            </a:extLst>
          </p:cNvPr>
          <p:cNvSpPr>
            <a:spLocks noGrp="1" noChangeArrowheads="1"/>
          </p:cNvSpPr>
          <p:nvPr>
            <p:ph type="body" idx="1"/>
          </p:nvPr>
        </p:nvSpPr>
        <p:spPr>
          <a:xfrm>
            <a:off x="663575" y="2057400"/>
            <a:ext cx="7413625" cy="4419600"/>
          </a:xfrm>
        </p:spPr>
        <p:txBody>
          <a:bodyPr/>
          <a:lstStyle/>
          <a:p>
            <a:pPr eaLnBrk="1" hangingPunct="1">
              <a:spcBef>
                <a:spcPct val="0"/>
              </a:spcBef>
            </a:pPr>
            <a:r>
              <a:rPr lang="en-US" altLang="ko-KR" sz="1800" dirty="0">
                <a:latin typeface="Gill Sans MT" panose="020B0502020104020203" pitchFamily="34" charset="0"/>
              </a:rPr>
              <a:t>Client Subsystem sends request to Service Subsystem</a:t>
            </a:r>
          </a:p>
          <a:p>
            <a:pPr lvl="1" eaLnBrk="1" hangingPunct="1">
              <a:spcBef>
                <a:spcPct val="0"/>
              </a:spcBef>
            </a:pPr>
            <a:r>
              <a:rPr lang="en-US" altLang="ko-KR" sz="1800" dirty="0">
                <a:latin typeface="Gill Sans MT" panose="020B0502020104020203" pitchFamily="34" charset="0"/>
              </a:rPr>
              <a:t>Waits for response</a:t>
            </a:r>
          </a:p>
          <a:p>
            <a:pPr lvl="1" eaLnBrk="1" hangingPunct="1">
              <a:spcBef>
                <a:spcPct val="0"/>
              </a:spcBef>
            </a:pPr>
            <a:endParaRPr lang="en-US" altLang="ko-KR" sz="1800" dirty="0">
              <a:latin typeface="Gill Sans MT" panose="020B0502020104020203" pitchFamily="34" charset="0"/>
            </a:endParaRPr>
          </a:p>
          <a:p>
            <a:pPr eaLnBrk="1" hangingPunct="1">
              <a:spcBef>
                <a:spcPct val="0"/>
              </a:spcBef>
            </a:pPr>
            <a:r>
              <a:rPr lang="en-US" altLang="ko-KR" sz="1800" dirty="0">
                <a:latin typeface="Gill Sans MT" panose="020B0502020104020203" pitchFamily="34" charset="0"/>
              </a:rPr>
              <a:t>Service Subsystem</a:t>
            </a:r>
          </a:p>
          <a:p>
            <a:pPr lvl="1" eaLnBrk="1" hangingPunct="1">
              <a:spcBef>
                <a:spcPct val="0"/>
              </a:spcBef>
            </a:pPr>
            <a:r>
              <a:rPr lang="en-US" altLang="ko-KR" sz="1800" dirty="0">
                <a:latin typeface="Gill Sans MT" panose="020B0502020104020203" pitchFamily="34" charset="0"/>
              </a:rPr>
              <a:t>Receives Client requests</a:t>
            </a:r>
          </a:p>
          <a:p>
            <a:pPr lvl="1" eaLnBrk="1" hangingPunct="1">
              <a:spcBef>
                <a:spcPct val="0"/>
              </a:spcBef>
            </a:pPr>
            <a:r>
              <a:rPr lang="en-US" altLang="ko-KR" sz="1800" dirty="0">
                <a:latin typeface="Gill Sans MT" panose="020B0502020104020203" pitchFamily="34" charset="0"/>
              </a:rPr>
              <a:t>Processes each Client request in the order received</a:t>
            </a:r>
          </a:p>
          <a:p>
            <a:pPr lvl="2" eaLnBrk="1" hangingPunct="1">
              <a:spcBef>
                <a:spcPct val="0"/>
              </a:spcBef>
            </a:pPr>
            <a:r>
              <a:rPr lang="en-US" altLang="ko-KR" sz="1800" dirty="0">
                <a:latin typeface="Gill Sans MT" panose="020B0502020104020203" pitchFamily="34" charset="0"/>
              </a:rPr>
              <a:t>First-In First-Out (FIFO)</a:t>
            </a:r>
          </a:p>
          <a:p>
            <a:pPr lvl="1" eaLnBrk="1" hangingPunct="1">
              <a:spcBef>
                <a:spcPct val="0"/>
              </a:spcBef>
            </a:pPr>
            <a:r>
              <a:rPr lang="en-US" altLang="ko-KR" sz="1800" dirty="0">
                <a:latin typeface="Gill Sans MT" panose="020B0502020104020203" pitchFamily="34" charset="0"/>
              </a:rPr>
              <a:t>Sends response to Client</a:t>
            </a:r>
          </a:p>
        </p:txBody>
      </p:sp>
    </p:spTree>
    <p:extLst>
      <p:ext uri="{BB962C8B-B14F-4D97-AF65-F5344CB8AC3E}">
        <p14:creationId xmlns:p14="http://schemas.microsoft.com/office/powerpoint/2010/main" val="23626549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EBBD7BC7-86C6-4067-B924-7F3C624CF47C}"/>
              </a:ext>
            </a:extLst>
          </p:cNvPr>
          <p:cNvSpPr>
            <a:spLocks noGrp="1" noChangeArrowheads="1"/>
          </p:cNvSpPr>
          <p:nvPr>
            <p:ph type="title"/>
          </p:nvPr>
        </p:nvSpPr>
        <p:spPr>
          <a:xfrm>
            <a:off x="1525588" y="762000"/>
            <a:ext cx="7088187" cy="771525"/>
          </a:xfrm>
        </p:spPr>
        <p:txBody>
          <a:bodyPr/>
          <a:lstStyle/>
          <a:p>
            <a:pPr eaLnBrk="1" hangingPunct="1"/>
            <a:r>
              <a:rPr lang="en-US" altLang="ko-KR" sz="2800" b="1" dirty="0">
                <a:latin typeface="Gill Sans MT" panose="020B0502020104020203" pitchFamily="34" charset="0"/>
              </a:rPr>
              <a:t>Example of Integration of communication</a:t>
            </a:r>
            <a:br>
              <a:rPr lang="en-US" altLang="ko-KR" sz="2800" b="1" dirty="0">
                <a:latin typeface="Gill Sans MT" panose="020B0502020104020203" pitchFamily="34" charset="0"/>
              </a:rPr>
            </a:br>
            <a:r>
              <a:rPr lang="en-US" altLang="ko-KR" sz="2800" b="1" dirty="0">
                <a:latin typeface="Gill Sans MT" panose="020B0502020104020203" pitchFamily="34" charset="0"/>
              </a:rPr>
              <a:t>Diagrams - Banking System</a:t>
            </a:r>
          </a:p>
        </p:txBody>
      </p:sp>
      <p:sp>
        <p:nvSpPr>
          <p:cNvPr id="6147" name="Rectangle 3">
            <a:extLst>
              <a:ext uri="{FF2B5EF4-FFF2-40B4-BE49-F238E27FC236}">
                <a16:creationId xmlns:a16="http://schemas.microsoft.com/office/drawing/2014/main" id="{965F61E5-64AF-4613-B252-1033BC113602}"/>
              </a:ext>
            </a:extLst>
          </p:cNvPr>
          <p:cNvSpPr>
            <a:spLocks noGrp="1" noChangeArrowheads="1"/>
          </p:cNvSpPr>
          <p:nvPr>
            <p:ph type="body" idx="1"/>
          </p:nvPr>
        </p:nvSpPr>
        <p:spPr>
          <a:xfrm>
            <a:off x="663575" y="2057400"/>
            <a:ext cx="7413625" cy="4419600"/>
          </a:xfrm>
        </p:spPr>
        <p:txBody>
          <a:bodyPr/>
          <a:lstStyle/>
          <a:p>
            <a:pPr eaLnBrk="1" hangingPunct="1">
              <a:spcBef>
                <a:spcPct val="0"/>
              </a:spcBef>
            </a:pPr>
            <a:r>
              <a:rPr lang="en-US" altLang="ko-KR" sz="1800" dirty="0">
                <a:latin typeface="Gill Sans MT" panose="020B0502020104020203" pitchFamily="34" charset="0"/>
              </a:rPr>
              <a:t>Client/Server architecture</a:t>
            </a:r>
          </a:p>
          <a:p>
            <a:pPr lvl="1" eaLnBrk="1" hangingPunct="1">
              <a:spcBef>
                <a:spcPct val="0"/>
              </a:spcBef>
            </a:pPr>
            <a:r>
              <a:rPr lang="en-US" altLang="ko-KR" sz="1800" dirty="0">
                <a:latin typeface="Gill Sans MT" panose="020B0502020104020203" pitchFamily="34" charset="0"/>
              </a:rPr>
              <a:t>Multiple ATM Clients</a:t>
            </a:r>
          </a:p>
          <a:p>
            <a:pPr lvl="1" eaLnBrk="1" hangingPunct="1">
              <a:spcBef>
                <a:spcPct val="0"/>
              </a:spcBef>
            </a:pPr>
            <a:r>
              <a:rPr lang="en-US" altLang="ko-KR" sz="1800" dirty="0">
                <a:latin typeface="Gill Sans MT" panose="020B0502020104020203" pitchFamily="34" charset="0"/>
              </a:rPr>
              <a:t>Banking Service</a:t>
            </a:r>
          </a:p>
          <a:p>
            <a:pPr lvl="2" eaLnBrk="1" hangingPunct="1">
              <a:spcBef>
                <a:spcPct val="0"/>
              </a:spcBef>
            </a:pPr>
            <a:r>
              <a:rPr lang="en-US" altLang="ko-KR" sz="1800" dirty="0">
                <a:latin typeface="Gill Sans MT" panose="020B0502020104020203" pitchFamily="34" charset="0"/>
              </a:rPr>
              <a:t>Processes ATM client requests</a:t>
            </a:r>
          </a:p>
          <a:p>
            <a:pPr lvl="2" eaLnBrk="1" hangingPunct="1">
              <a:spcBef>
                <a:spcPct val="0"/>
              </a:spcBef>
            </a:pPr>
            <a:endParaRPr lang="en-US" altLang="ko-KR" sz="1800" dirty="0">
              <a:latin typeface="Gill Sans MT" panose="020B0502020104020203" pitchFamily="34" charset="0"/>
            </a:endParaRPr>
          </a:p>
          <a:p>
            <a:pPr eaLnBrk="1" hangingPunct="1">
              <a:spcBef>
                <a:spcPct val="0"/>
              </a:spcBef>
            </a:pPr>
            <a:r>
              <a:rPr lang="en-US" altLang="ko-KR" sz="1800" dirty="0">
                <a:latin typeface="Gill Sans MT" panose="020B0502020104020203" pitchFamily="34" charset="0"/>
              </a:rPr>
              <a:t>Develop subsystem communication diagram</a:t>
            </a:r>
          </a:p>
          <a:p>
            <a:pPr lvl="1" eaLnBrk="1" hangingPunct="1">
              <a:spcBef>
                <a:spcPct val="0"/>
              </a:spcBef>
            </a:pPr>
            <a:r>
              <a:rPr lang="en-US" altLang="ko-KR" sz="1800" dirty="0">
                <a:latin typeface="Gill Sans MT" panose="020B0502020104020203" pitchFamily="34" charset="0"/>
              </a:rPr>
              <a:t>Banking System</a:t>
            </a:r>
          </a:p>
          <a:p>
            <a:pPr lvl="1" eaLnBrk="1" hangingPunct="1">
              <a:spcBef>
                <a:spcPct val="0"/>
              </a:spcBef>
            </a:pPr>
            <a:endParaRPr lang="en-US" altLang="ko-KR" sz="1800" dirty="0">
              <a:latin typeface="Gill Sans MT" panose="020B0502020104020203" pitchFamily="34" charset="0"/>
            </a:endParaRPr>
          </a:p>
          <a:p>
            <a:pPr eaLnBrk="1" hangingPunct="1">
              <a:spcBef>
                <a:spcPct val="0"/>
              </a:spcBef>
            </a:pPr>
            <a:r>
              <a:rPr lang="en-US" altLang="ko-KR" sz="1800" dirty="0">
                <a:latin typeface="Gill Sans MT" panose="020B0502020104020203" pitchFamily="34" charset="0"/>
              </a:rPr>
              <a:t>Develop integrated communication diagram for each subsystem</a:t>
            </a:r>
          </a:p>
          <a:p>
            <a:pPr lvl="1" eaLnBrk="1" hangingPunct="1">
              <a:spcBef>
                <a:spcPct val="0"/>
              </a:spcBef>
            </a:pPr>
            <a:r>
              <a:rPr lang="en-US" altLang="ko-KR" sz="1800" dirty="0">
                <a:latin typeface="Gill Sans MT" panose="020B0502020104020203" pitchFamily="34" charset="0"/>
              </a:rPr>
              <a:t>ATM Client</a:t>
            </a:r>
          </a:p>
          <a:p>
            <a:pPr lvl="1" eaLnBrk="1" hangingPunct="1">
              <a:spcBef>
                <a:spcPct val="0"/>
              </a:spcBef>
            </a:pPr>
            <a:r>
              <a:rPr lang="en-US" altLang="ko-KR" sz="1800" dirty="0">
                <a:latin typeface="Gill Sans MT" panose="020B0502020104020203" pitchFamily="34" charset="0"/>
              </a:rPr>
              <a:t>Banking Service</a:t>
            </a:r>
          </a:p>
          <a:p>
            <a:pPr lvl="1" eaLnBrk="1" hangingPunct="1">
              <a:spcBef>
                <a:spcPct val="0"/>
              </a:spcBef>
            </a:pPr>
            <a:endParaRPr lang="en-US" altLang="ko-KR" sz="1800" dirty="0">
              <a:latin typeface="Gill Sans MT" panose="020B0502020104020203" pitchFamily="34" charset="0"/>
            </a:endParaRPr>
          </a:p>
          <a:p>
            <a:pPr eaLnBrk="1" hangingPunct="1">
              <a:spcBef>
                <a:spcPct val="0"/>
              </a:spcBef>
            </a:pPr>
            <a:r>
              <a:rPr lang="en-US" altLang="ko-KR" sz="1800" dirty="0">
                <a:latin typeface="Gill Sans MT" panose="020B0502020104020203" pitchFamily="34" charset="0"/>
              </a:rPr>
              <a:t>Start from use case based communication diagrams</a:t>
            </a:r>
          </a:p>
          <a:p>
            <a:pPr lvl="1" eaLnBrk="1" hangingPunct="1">
              <a:spcBef>
                <a:spcPct val="0"/>
              </a:spcBef>
            </a:pPr>
            <a:r>
              <a:rPr lang="en-US" altLang="ko-KR" sz="1800" dirty="0">
                <a:latin typeface="Gill Sans MT" panose="020B0502020104020203" pitchFamily="34" charset="0"/>
              </a:rPr>
              <a:t>Validate PIN</a:t>
            </a:r>
          </a:p>
          <a:p>
            <a:pPr lvl="1" eaLnBrk="1" hangingPunct="1">
              <a:spcBef>
                <a:spcPct val="0"/>
              </a:spcBef>
            </a:pPr>
            <a:r>
              <a:rPr lang="en-US" altLang="ko-KR" sz="1800" dirty="0">
                <a:latin typeface="Gill Sans MT" panose="020B0502020104020203" pitchFamily="34" charset="0"/>
              </a:rPr>
              <a:t>Withdraw Funds</a:t>
            </a:r>
          </a:p>
          <a:p>
            <a:pPr lvl="1" eaLnBrk="1" hangingPunct="1">
              <a:spcBef>
                <a:spcPct val="0"/>
              </a:spcBef>
            </a:pPr>
            <a:r>
              <a:rPr lang="en-US" altLang="ko-KR" sz="1800" dirty="0">
                <a:latin typeface="Gill Sans MT" panose="020B0502020104020203" pitchFamily="34" charset="0"/>
              </a:rPr>
              <a:t>Etc.</a:t>
            </a:r>
          </a:p>
        </p:txBody>
      </p:sp>
    </p:spTree>
    <p:extLst>
      <p:ext uri="{BB962C8B-B14F-4D97-AF65-F5344CB8AC3E}">
        <p14:creationId xmlns:p14="http://schemas.microsoft.com/office/powerpoint/2010/main" val="4083737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EBBD7BC7-86C6-4067-B924-7F3C624CF47C}"/>
              </a:ext>
            </a:extLst>
          </p:cNvPr>
          <p:cNvSpPr>
            <a:spLocks noGrp="1" noChangeArrowheads="1"/>
          </p:cNvSpPr>
          <p:nvPr>
            <p:ph type="title"/>
          </p:nvPr>
        </p:nvSpPr>
        <p:spPr>
          <a:xfrm>
            <a:off x="1525588" y="762000"/>
            <a:ext cx="7088187" cy="771525"/>
          </a:xfrm>
        </p:spPr>
        <p:txBody>
          <a:bodyPr/>
          <a:lstStyle/>
          <a:p>
            <a:pPr eaLnBrk="1" hangingPunct="1"/>
            <a:r>
              <a:rPr lang="en-US" altLang="ko-KR" sz="2800" b="1" dirty="0">
                <a:latin typeface="Gill Sans MT" panose="020B0502020104020203" pitchFamily="34" charset="0"/>
              </a:rPr>
              <a:t>Communication diagram: ATM Client –</a:t>
            </a:r>
            <a:br>
              <a:rPr lang="en-US" altLang="ko-KR" sz="2800" b="1" dirty="0">
                <a:latin typeface="Gill Sans MT" panose="020B0502020104020203" pitchFamily="34" charset="0"/>
              </a:rPr>
            </a:br>
            <a:r>
              <a:rPr lang="en-US" altLang="ko-KR" sz="2800" b="1" dirty="0">
                <a:latin typeface="Gill Sans MT" panose="020B0502020104020203" pitchFamily="34" charset="0"/>
              </a:rPr>
              <a:t>Validate PIN use case – Valid Pin</a:t>
            </a:r>
          </a:p>
        </p:txBody>
      </p:sp>
      <p:sp>
        <p:nvSpPr>
          <p:cNvPr id="6147" name="Rectangle 3">
            <a:extLst>
              <a:ext uri="{FF2B5EF4-FFF2-40B4-BE49-F238E27FC236}">
                <a16:creationId xmlns:a16="http://schemas.microsoft.com/office/drawing/2014/main" id="{965F61E5-64AF-4613-B252-1033BC113602}"/>
              </a:ext>
            </a:extLst>
          </p:cNvPr>
          <p:cNvSpPr>
            <a:spLocks noGrp="1" noChangeArrowheads="1"/>
          </p:cNvSpPr>
          <p:nvPr>
            <p:ph type="body" idx="1"/>
          </p:nvPr>
        </p:nvSpPr>
        <p:spPr>
          <a:xfrm>
            <a:off x="663575" y="2057400"/>
            <a:ext cx="7413625" cy="4419600"/>
          </a:xfrm>
        </p:spPr>
        <p:txBody>
          <a:bodyPr/>
          <a:lstStyle/>
          <a:p>
            <a:pPr eaLnBrk="1" hangingPunct="1">
              <a:spcBef>
                <a:spcPct val="0"/>
              </a:spcBef>
            </a:pPr>
            <a:endParaRPr lang="en-US" altLang="ko-KR" sz="1800" dirty="0">
              <a:latin typeface="Gill Sans MT" panose="020B0502020104020203" pitchFamily="34" charset="0"/>
            </a:endParaRPr>
          </a:p>
        </p:txBody>
      </p:sp>
      <p:pic>
        <p:nvPicPr>
          <p:cNvPr id="2" name="그림 1"/>
          <p:cNvPicPr>
            <a:picLocks noChangeAspect="1"/>
          </p:cNvPicPr>
          <p:nvPr/>
        </p:nvPicPr>
        <p:blipFill rotWithShape="1">
          <a:blip r:embed="rId3"/>
          <a:srcRect l="7083" t="14616" r="33333" b="1538"/>
          <a:stretch/>
        </p:blipFill>
        <p:spPr>
          <a:xfrm>
            <a:off x="1485900" y="1857442"/>
            <a:ext cx="6438900" cy="4907972"/>
          </a:xfrm>
          <a:prstGeom prst="rect">
            <a:avLst/>
          </a:prstGeom>
        </p:spPr>
      </p:pic>
    </p:spTree>
    <p:extLst>
      <p:ext uri="{BB962C8B-B14F-4D97-AF65-F5344CB8AC3E}">
        <p14:creationId xmlns:p14="http://schemas.microsoft.com/office/powerpoint/2010/main" val="14027173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EBBD7BC7-86C6-4067-B924-7F3C624CF47C}"/>
              </a:ext>
            </a:extLst>
          </p:cNvPr>
          <p:cNvSpPr>
            <a:spLocks noGrp="1" noChangeArrowheads="1"/>
          </p:cNvSpPr>
          <p:nvPr>
            <p:ph type="title"/>
          </p:nvPr>
        </p:nvSpPr>
        <p:spPr>
          <a:xfrm>
            <a:off x="1525588" y="762000"/>
            <a:ext cx="7088187" cy="771525"/>
          </a:xfrm>
        </p:spPr>
        <p:txBody>
          <a:bodyPr/>
          <a:lstStyle/>
          <a:p>
            <a:pPr eaLnBrk="1" hangingPunct="1"/>
            <a:r>
              <a:rPr lang="en-US" altLang="ko-KR" sz="2800" b="1" dirty="0">
                <a:latin typeface="Gill Sans MT" panose="020B0502020104020203" pitchFamily="34" charset="0"/>
              </a:rPr>
              <a:t>Communication diagram: ATM Client – Withdraw Funds use case</a:t>
            </a:r>
          </a:p>
        </p:txBody>
      </p:sp>
      <p:sp>
        <p:nvSpPr>
          <p:cNvPr id="6147" name="Rectangle 3">
            <a:extLst>
              <a:ext uri="{FF2B5EF4-FFF2-40B4-BE49-F238E27FC236}">
                <a16:creationId xmlns:a16="http://schemas.microsoft.com/office/drawing/2014/main" id="{965F61E5-64AF-4613-B252-1033BC113602}"/>
              </a:ext>
            </a:extLst>
          </p:cNvPr>
          <p:cNvSpPr>
            <a:spLocks noGrp="1" noChangeArrowheads="1"/>
          </p:cNvSpPr>
          <p:nvPr>
            <p:ph type="body" idx="1"/>
          </p:nvPr>
        </p:nvSpPr>
        <p:spPr>
          <a:xfrm>
            <a:off x="663575" y="2057400"/>
            <a:ext cx="7413625" cy="4419600"/>
          </a:xfrm>
        </p:spPr>
        <p:txBody>
          <a:bodyPr/>
          <a:lstStyle/>
          <a:p>
            <a:pPr eaLnBrk="1" hangingPunct="1">
              <a:spcBef>
                <a:spcPct val="0"/>
              </a:spcBef>
            </a:pPr>
            <a:endParaRPr lang="en-US" altLang="ko-KR" sz="1800" dirty="0">
              <a:latin typeface="Gill Sans MT" panose="020B0502020104020203" pitchFamily="34" charset="0"/>
            </a:endParaRPr>
          </a:p>
        </p:txBody>
      </p:sp>
      <p:pic>
        <p:nvPicPr>
          <p:cNvPr id="2" name="그림 1"/>
          <p:cNvPicPr>
            <a:picLocks noChangeAspect="1"/>
          </p:cNvPicPr>
          <p:nvPr/>
        </p:nvPicPr>
        <p:blipFill rotWithShape="1">
          <a:blip r:embed="rId3"/>
          <a:srcRect l="3750" t="13846" r="29583" b="1538"/>
          <a:stretch/>
        </p:blipFill>
        <p:spPr>
          <a:xfrm>
            <a:off x="1086465" y="2016226"/>
            <a:ext cx="7010400" cy="4819651"/>
          </a:xfrm>
          <a:prstGeom prst="rect">
            <a:avLst/>
          </a:prstGeom>
        </p:spPr>
      </p:pic>
    </p:spTree>
    <p:extLst>
      <p:ext uri="{BB962C8B-B14F-4D97-AF65-F5344CB8AC3E}">
        <p14:creationId xmlns:p14="http://schemas.microsoft.com/office/powerpoint/2010/main" val="34311481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EBBD7BC7-86C6-4067-B924-7F3C624CF47C}"/>
              </a:ext>
            </a:extLst>
          </p:cNvPr>
          <p:cNvSpPr>
            <a:spLocks noGrp="1" noChangeArrowheads="1"/>
          </p:cNvSpPr>
          <p:nvPr>
            <p:ph type="title"/>
          </p:nvPr>
        </p:nvSpPr>
        <p:spPr>
          <a:xfrm>
            <a:off x="1525588" y="762000"/>
            <a:ext cx="7088187" cy="771525"/>
          </a:xfrm>
        </p:spPr>
        <p:txBody>
          <a:bodyPr/>
          <a:lstStyle/>
          <a:p>
            <a:pPr eaLnBrk="1" hangingPunct="1"/>
            <a:r>
              <a:rPr lang="en-US" altLang="ko-KR" sz="2800" b="1" dirty="0">
                <a:latin typeface="Gill Sans MT" panose="020B0502020104020203" pitchFamily="34" charset="0"/>
              </a:rPr>
              <a:t>Integrated communication diagram for ATM Client subsystem</a:t>
            </a:r>
          </a:p>
        </p:txBody>
      </p:sp>
      <p:sp>
        <p:nvSpPr>
          <p:cNvPr id="6147" name="Rectangle 3">
            <a:extLst>
              <a:ext uri="{FF2B5EF4-FFF2-40B4-BE49-F238E27FC236}">
                <a16:creationId xmlns:a16="http://schemas.microsoft.com/office/drawing/2014/main" id="{965F61E5-64AF-4613-B252-1033BC113602}"/>
              </a:ext>
            </a:extLst>
          </p:cNvPr>
          <p:cNvSpPr>
            <a:spLocks noGrp="1" noChangeArrowheads="1"/>
          </p:cNvSpPr>
          <p:nvPr>
            <p:ph type="body" idx="1"/>
          </p:nvPr>
        </p:nvSpPr>
        <p:spPr>
          <a:xfrm>
            <a:off x="663575" y="2057400"/>
            <a:ext cx="7413625" cy="4419600"/>
          </a:xfrm>
        </p:spPr>
        <p:txBody>
          <a:bodyPr/>
          <a:lstStyle/>
          <a:p>
            <a:pPr eaLnBrk="1" hangingPunct="1">
              <a:spcBef>
                <a:spcPct val="0"/>
              </a:spcBef>
            </a:pPr>
            <a:endParaRPr lang="en-US" altLang="ko-KR" sz="1800" dirty="0">
              <a:latin typeface="Gill Sans MT" panose="020B0502020104020203" pitchFamily="34" charset="0"/>
            </a:endParaRPr>
          </a:p>
        </p:txBody>
      </p:sp>
      <p:pic>
        <p:nvPicPr>
          <p:cNvPr id="3" name="그림 2"/>
          <p:cNvPicPr>
            <a:picLocks noChangeAspect="1"/>
          </p:cNvPicPr>
          <p:nvPr/>
        </p:nvPicPr>
        <p:blipFill rotWithShape="1">
          <a:blip r:embed="rId3"/>
          <a:srcRect l="8750" t="15385" r="29166" b="2308"/>
          <a:stretch/>
        </p:blipFill>
        <p:spPr>
          <a:xfrm>
            <a:off x="1143000" y="1570396"/>
            <a:ext cx="7183488" cy="5158612"/>
          </a:xfrm>
          <a:prstGeom prst="rect">
            <a:avLst/>
          </a:prstGeom>
        </p:spPr>
      </p:pic>
    </p:spTree>
    <p:extLst>
      <p:ext uri="{BB962C8B-B14F-4D97-AF65-F5344CB8AC3E}">
        <p14:creationId xmlns:p14="http://schemas.microsoft.com/office/powerpoint/2010/main" val="42824372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EBBD7BC7-86C6-4067-B924-7F3C624CF47C}"/>
              </a:ext>
            </a:extLst>
          </p:cNvPr>
          <p:cNvSpPr>
            <a:spLocks noGrp="1" noChangeArrowheads="1"/>
          </p:cNvSpPr>
          <p:nvPr>
            <p:ph type="title"/>
          </p:nvPr>
        </p:nvSpPr>
        <p:spPr>
          <a:xfrm>
            <a:off x="1525588" y="762000"/>
            <a:ext cx="7088187" cy="771525"/>
          </a:xfrm>
        </p:spPr>
        <p:txBody>
          <a:bodyPr/>
          <a:lstStyle/>
          <a:p>
            <a:pPr eaLnBrk="1" hangingPunct="1"/>
            <a:r>
              <a:rPr lang="en-US" altLang="ko-KR" sz="2800" b="1" dirty="0">
                <a:latin typeface="Gill Sans MT" panose="020B0502020104020203" pitchFamily="34" charset="0"/>
              </a:rPr>
              <a:t>Integrated communication diagram for ATM Client subsystem</a:t>
            </a:r>
          </a:p>
        </p:txBody>
      </p:sp>
      <p:sp>
        <p:nvSpPr>
          <p:cNvPr id="6147" name="Rectangle 3">
            <a:extLst>
              <a:ext uri="{FF2B5EF4-FFF2-40B4-BE49-F238E27FC236}">
                <a16:creationId xmlns:a16="http://schemas.microsoft.com/office/drawing/2014/main" id="{965F61E5-64AF-4613-B252-1033BC113602}"/>
              </a:ext>
            </a:extLst>
          </p:cNvPr>
          <p:cNvSpPr>
            <a:spLocks noGrp="1" noChangeArrowheads="1"/>
          </p:cNvSpPr>
          <p:nvPr>
            <p:ph type="body" idx="1"/>
          </p:nvPr>
        </p:nvSpPr>
        <p:spPr>
          <a:xfrm>
            <a:off x="663575" y="2057400"/>
            <a:ext cx="7413625" cy="4419600"/>
          </a:xfrm>
        </p:spPr>
        <p:txBody>
          <a:bodyPr/>
          <a:lstStyle/>
          <a:p>
            <a:pPr eaLnBrk="1" hangingPunct="1">
              <a:spcBef>
                <a:spcPct val="0"/>
              </a:spcBef>
            </a:pPr>
            <a:endParaRPr lang="en-US" altLang="ko-KR" sz="1800" dirty="0">
              <a:latin typeface="Gill Sans MT" panose="020B0502020104020203" pitchFamily="34" charset="0"/>
            </a:endParaRPr>
          </a:p>
        </p:txBody>
      </p:sp>
      <p:pic>
        <p:nvPicPr>
          <p:cNvPr id="2" name="그림 1"/>
          <p:cNvPicPr>
            <a:picLocks noChangeAspect="1"/>
          </p:cNvPicPr>
          <p:nvPr/>
        </p:nvPicPr>
        <p:blipFill rotWithShape="1">
          <a:blip r:embed="rId3"/>
          <a:srcRect l="22500" t="13846" r="15417" b="3077"/>
          <a:stretch/>
        </p:blipFill>
        <p:spPr>
          <a:xfrm>
            <a:off x="943942" y="1684022"/>
            <a:ext cx="7138174" cy="5173978"/>
          </a:xfrm>
          <a:prstGeom prst="rect">
            <a:avLst/>
          </a:prstGeom>
        </p:spPr>
      </p:pic>
    </p:spTree>
    <p:extLst>
      <p:ext uri="{BB962C8B-B14F-4D97-AF65-F5344CB8AC3E}">
        <p14:creationId xmlns:p14="http://schemas.microsoft.com/office/powerpoint/2010/main" val="19842127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EBBD7BC7-86C6-4067-B924-7F3C624CF47C}"/>
              </a:ext>
            </a:extLst>
          </p:cNvPr>
          <p:cNvSpPr>
            <a:spLocks noGrp="1" noChangeArrowheads="1"/>
          </p:cNvSpPr>
          <p:nvPr>
            <p:ph type="title"/>
          </p:nvPr>
        </p:nvSpPr>
        <p:spPr>
          <a:xfrm>
            <a:off x="1525588" y="762000"/>
            <a:ext cx="7088187" cy="771525"/>
          </a:xfrm>
        </p:spPr>
        <p:txBody>
          <a:bodyPr/>
          <a:lstStyle/>
          <a:p>
            <a:pPr eaLnBrk="1" hangingPunct="1"/>
            <a:r>
              <a:rPr lang="en-US" altLang="ko-KR" sz="2800" b="1" dirty="0">
                <a:latin typeface="Gill Sans MT" panose="020B0502020104020203" pitchFamily="34" charset="0"/>
              </a:rPr>
              <a:t>Example of Integration of communication</a:t>
            </a:r>
            <a:br>
              <a:rPr lang="en-US" altLang="ko-KR" sz="2800" b="1" dirty="0">
                <a:latin typeface="Gill Sans MT" panose="020B0502020104020203" pitchFamily="34" charset="0"/>
              </a:rPr>
            </a:br>
            <a:r>
              <a:rPr lang="en-US" altLang="ko-KR" sz="2800" b="1" dirty="0">
                <a:latin typeface="Gill Sans MT" panose="020B0502020104020203" pitchFamily="34" charset="0"/>
              </a:rPr>
              <a:t>Diagrams - Banking System</a:t>
            </a:r>
          </a:p>
        </p:txBody>
      </p:sp>
      <p:pic>
        <p:nvPicPr>
          <p:cNvPr id="2" name="그림 1"/>
          <p:cNvPicPr>
            <a:picLocks noChangeAspect="1"/>
          </p:cNvPicPr>
          <p:nvPr/>
        </p:nvPicPr>
        <p:blipFill rotWithShape="1">
          <a:blip r:embed="rId3"/>
          <a:srcRect l="35416" t="15385" r="15833" b="4615"/>
          <a:stretch/>
        </p:blipFill>
        <p:spPr>
          <a:xfrm>
            <a:off x="3695700" y="2056694"/>
            <a:ext cx="4994275" cy="4439356"/>
          </a:xfrm>
          <a:prstGeom prst="rect">
            <a:avLst/>
          </a:prstGeom>
        </p:spPr>
      </p:pic>
      <p:pic>
        <p:nvPicPr>
          <p:cNvPr id="5" name="그림 4"/>
          <p:cNvPicPr>
            <a:picLocks noChangeAspect="1"/>
          </p:cNvPicPr>
          <p:nvPr/>
        </p:nvPicPr>
        <p:blipFill rotWithShape="1">
          <a:blip r:embed="rId3"/>
          <a:srcRect l="64030" t="15385" r="15833" b="67646"/>
          <a:stretch/>
        </p:blipFill>
        <p:spPr>
          <a:xfrm>
            <a:off x="3200400" y="3786494"/>
            <a:ext cx="2062956" cy="2919106"/>
          </a:xfrm>
          <a:prstGeom prst="rect">
            <a:avLst/>
          </a:prstGeom>
        </p:spPr>
      </p:pic>
      <p:sp>
        <p:nvSpPr>
          <p:cNvPr id="6147" name="Rectangle 3">
            <a:extLst>
              <a:ext uri="{FF2B5EF4-FFF2-40B4-BE49-F238E27FC236}">
                <a16:creationId xmlns:a16="http://schemas.microsoft.com/office/drawing/2014/main" id="{965F61E5-64AF-4613-B252-1033BC113602}"/>
              </a:ext>
            </a:extLst>
          </p:cNvPr>
          <p:cNvSpPr>
            <a:spLocks noGrp="1" noChangeArrowheads="1"/>
          </p:cNvSpPr>
          <p:nvPr>
            <p:ph type="body" idx="1"/>
          </p:nvPr>
        </p:nvSpPr>
        <p:spPr>
          <a:xfrm>
            <a:off x="663575" y="2057400"/>
            <a:ext cx="7413625" cy="4419600"/>
          </a:xfrm>
        </p:spPr>
        <p:txBody>
          <a:bodyPr/>
          <a:lstStyle/>
          <a:p>
            <a:pPr eaLnBrk="1" hangingPunct="1">
              <a:spcBef>
                <a:spcPct val="0"/>
              </a:spcBef>
            </a:pPr>
            <a:r>
              <a:rPr lang="en-US" altLang="ko-KR" sz="1800" dirty="0">
                <a:latin typeface="Gill Sans MT" panose="020B0502020104020203" pitchFamily="34" charset="0"/>
              </a:rPr>
              <a:t>Banking Service Objects</a:t>
            </a:r>
          </a:p>
          <a:p>
            <a:pPr lvl="1" eaLnBrk="1" hangingPunct="1">
              <a:spcBef>
                <a:spcPct val="0"/>
              </a:spcBef>
            </a:pPr>
            <a:r>
              <a:rPr lang="en-US" altLang="ko-KR" sz="1800" dirty="0">
                <a:latin typeface="Gill Sans MT" panose="020B0502020104020203" pitchFamily="34" charset="0"/>
              </a:rPr>
              <a:t>Entity Objects</a:t>
            </a:r>
          </a:p>
          <a:p>
            <a:pPr lvl="2" eaLnBrk="1" hangingPunct="1">
              <a:spcBef>
                <a:spcPct val="0"/>
              </a:spcBef>
            </a:pPr>
            <a:r>
              <a:rPr lang="en-US" altLang="ko-KR" sz="1800" dirty="0">
                <a:latin typeface="Gill Sans MT" panose="020B0502020104020203" pitchFamily="34" charset="0"/>
              </a:rPr>
              <a:t>Debit Card</a:t>
            </a:r>
          </a:p>
          <a:p>
            <a:pPr lvl="2" eaLnBrk="1" hangingPunct="1">
              <a:spcBef>
                <a:spcPct val="0"/>
              </a:spcBef>
            </a:pPr>
            <a:r>
              <a:rPr lang="en-US" altLang="ko-KR" sz="1800" dirty="0">
                <a:latin typeface="Gill Sans MT" panose="020B0502020104020203" pitchFamily="34" charset="0"/>
              </a:rPr>
              <a:t>Card Account</a:t>
            </a:r>
          </a:p>
          <a:p>
            <a:pPr lvl="2" eaLnBrk="1" hangingPunct="1">
              <a:spcBef>
                <a:spcPct val="0"/>
              </a:spcBef>
            </a:pPr>
            <a:r>
              <a:rPr lang="en-US" altLang="ko-KR" sz="1800" dirty="0">
                <a:latin typeface="Gill Sans MT" panose="020B0502020104020203" pitchFamily="34" charset="0"/>
              </a:rPr>
              <a:t>Checking Account</a:t>
            </a:r>
          </a:p>
          <a:p>
            <a:pPr lvl="2" eaLnBrk="1" hangingPunct="1">
              <a:spcBef>
                <a:spcPct val="0"/>
              </a:spcBef>
            </a:pPr>
            <a:r>
              <a:rPr lang="en-US" altLang="ko-KR" sz="1800" dirty="0">
                <a:latin typeface="Gill Sans MT" panose="020B0502020104020203" pitchFamily="34" charset="0"/>
              </a:rPr>
              <a:t>Savings Account</a:t>
            </a:r>
          </a:p>
          <a:p>
            <a:pPr lvl="2" eaLnBrk="1" hangingPunct="1">
              <a:spcBef>
                <a:spcPct val="0"/>
              </a:spcBef>
            </a:pPr>
            <a:r>
              <a:rPr lang="en-US" altLang="ko-KR" sz="1800" dirty="0">
                <a:latin typeface="Gill Sans MT" panose="020B0502020104020203" pitchFamily="34" charset="0"/>
              </a:rPr>
              <a:t>Transaction Log</a:t>
            </a:r>
          </a:p>
          <a:p>
            <a:pPr lvl="1" eaLnBrk="1" hangingPunct="1">
              <a:spcBef>
                <a:spcPct val="0"/>
              </a:spcBef>
            </a:pPr>
            <a:r>
              <a:rPr lang="en-US" altLang="ko-KR" sz="1800" dirty="0">
                <a:latin typeface="Gill Sans MT" panose="020B0502020104020203" pitchFamily="34" charset="0"/>
              </a:rPr>
              <a:t>Business Logic Objects include</a:t>
            </a:r>
          </a:p>
          <a:p>
            <a:pPr lvl="2" eaLnBrk="1" hangingPunct="1">
              <a:spcBef>
                <a:spcPct val="0"/>
              </a:spcBef>
            </a:pPr>
            <a:r>
              <a:rPr lang="en-US" altLang="ko-KR" sz="1800" dirty="0">
                <a:latin typeface="Gill Sans MT" panose="020B0502020104020203" pitchFamily="34" charset="0"/>
              </a:rPr>
              <a:t>PIN Validation Transaction Manager</a:t>
            </a:r>
          </a:p>
          <a:p>
            <a:pPr lvl="2" eaLnBrk="1" hangingPunct="1">
              <a:spcBef>
                <a:spcPct val="0"/>
              </a:spcBef>
            </a:pPr>
            <a:r>
              <a:rPr lang="en-US" altLang="ko-KR" sz="1800" dirty="0">
                <a:latin typeface="Gill Sans MT" panose="020B0502020104020203" pitchFamily="34" charset="0"/>
              </a:rPr>
              <a:t>Withdrawal Transaction Manager</a:t>
            </a:r>
          </a:p>
          <a:p>
            <a:pPr lvl="2" eaLnBrk="1" hangingPunct="1">
              <a:spcBef>
                <a:spcPct val="0"/>
              </a:spcBef>
            </a:pPr>
            <a:r>
              <a:rPr lang="en-US" altLang="ko-KR" sz="1800" dirty="0">
                <a:latin typeface="Gill Sans MT" panose="020B0502020104020203" pitchFamily="34" charset="0"/>
              </a:rPr>
              <a:t>Query Transaction Manager</a:t>
            </a:r>
          </a:p>
          <a:p>
            <a:pPr lvl="2" eaLnBrk="1" hangingPunct="1">
              <a:spcBef>
                <a:spcPct val="0"/>
              </a:spcBef>
            </a:pPr>
            <a:r>
              <a:rPr lang="en-US" altLang="ko-KR" sz="1800" dirty="0">
                <a:latin typeface="Gill Sans MT" panose="020B0502020104020203" pitchFamily="34" charset="0"/>
              </a:rPr>
              <a:t>Transfer Transaction Manager</a:t>
            </a:r>
          </a:p>
          <a:p>
            <a:pPr lvl="2" eaLnBrk="1" hangingPunct="1">
              <a:spcBef>
                <a:spcPct val="0"/>
              </a:spcBef>
            </a:pPr>
            <a:endParaRPr lang="en-US" altLang="ko-KR" sz="1800" dirty="0">
              <a:latin typeface="Gill Sans MT" panose="020B0502020104020203" pitchFamily="34" charset="0"/>
            </a:endParaRPr>
          </a:p>
          <a:p>
            <a:pPr eaLnBrk="1" hangingPunct="1">
              <a:spcBef>
                <a:spcPct val="0"/>
              </a:spcBef>
            </a:pPr>
            <a:r>
              <a:rPr lang="en-US" altLang="ko-KR" sz="1800" dirty="0">
                <a:latin typeface="Gill Sans MT" panose="020B0502020104020203" pitchFamily="34" charset="0"/>
              </a:rPr>
              <a:t>Design decision</a:t>
            </a:r>
          </a:p>
          <a:p>
            <a:pPr lvl="1" eaLnBrk="1" hangingPunct="1">
              <a:spcBef>
                <a:spcPct val="0"/>
              </a:spcBef>
            </a:pPr>
            <a:r>
              <a:rPr lang="en-US" altLang="ko-KR" sz="1800" dirty="0">
                <a:latin typeface="Gill Sans MT" panose="020B0502020104020203" pitchFamily="34" charset="0"/>
              </a:rPr>
              <a:t>Need to add Coordinator object</a:t>
            </a:r>
          </a:p>
          <a:p>
            <a:pPr lvl="2" eaLnBrk="1" hangingPunct="1">
              <a:spcBef>
                <a:spcPct val="0"/>
              </a:spcBef>
            </a:pPr>
            <a:r>
              <a:rPr lang="en-US" altLang="ko-KR" sz="1800" dirty="0">
                <a:latin typeface="Gill Sans MT" panose="020B0502020104020203" pitchFamily="34" charset="0"/>
              </a:rPr>
              <a:t>Bank Transaction Coordinator</a:t>
            </a:r>
          </a:p>
        </p:txBody>
      </p:sp>
    </p:spTree>
    <p:extLst>
      <p:ext uri="{BB962C8B-B14F-4D97-AF65-F5344CB8AC3E}">
        <p14:creationId xmlns:p14="http://schemas.microsoft.com/office/powerpoint/2010/main" val="6377418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EBBD7BC7-86C6-4067-B924-7F3C624CF47C}"/>
              </a:ext>
            </a:extLst>
          </p:cNvPr>
          <p:cNvSpPr>
            <a:spLocks noGrp="1" noChangeArrowheads="1"/>
          </p:cNvSpPr>
          <p:nvPr>
            <p:ph type="title"/>
          </p:nvPr>
        </p:nvSpPr>
        <p:spPr>
          <a:xfrm>
            <a:off x="1525588" y="762000"/>
            <a:ext cx="7088187" cy="771525"/>
          </a:xfrm>
        </p:spPr>
        <p:txBody>
          <a:bodyPr/>
          <a:lstStyle/>
          <a:p>
            <a:pPr eaLnBrk="1" hangingPunct="1"/>
            <a:r>
              <a:rPr lang="en-US" altLang="ko-KR" sz="2800" b="1" dirty="0">
                <a:latin typeface="Gill Sans MT" panose="020B0502020104020203" pitchFamily="34" charset="0"/>
              </a:rPr>
              <a:t>Coordinator object</a:t>
            </a:r>
          </a:p>
        </p:txBody>
      </p:sp>
      <p:sp>
        <p:nvSpPr>
          <p:cNvPr id="6147" name="Rectangle 3">
            <a:extLst>
              <a:ext uri="{FF2B5EF4-FFF2-40B4-BE49-F238E27FC236}">
                <a16:creationId xmlns:a16="http://schemas.microsoft.com/office/drawing/2014/main" id="{965F61E5-64AF-4613-B252-1033BC113602}"/>
              </a:ext>
            </a:extLst>
          </p:cNvPr>
          <p:cNvSpPr>
            <a:spLocks noGrp="1" noChangeArrowheads="1"/>
          </p:cNvSpPr>
          <p:nvPr>
            <p:ph type="body" idx="1"/>
          </p:nvPr>
        </p:nvSpPr>
        <p:spPr>
          <a:xfrm>
            <a:off x="663575" y="2057400"/>
            <a:ext cx="7413625" cy="4419600"/>
          </a:xfrm>
        </p:spPr>
        <p:txBody>
          <a:bodyPr/>
          <a:lstStyle/>
          <a:p>
            <a:pPr eaLnBrk="1" hangingPunct="1">
              <a:spcBef>
                <a:spcPct val="0"/>
              </a:spcBef>
            </a:pPr>
            <a:r>
              <a:rPr lang="en-US" altLang="ko-KR" sz="1800" dirty="0">
                <a:latin typeface="Gill Sans MT" panose="020B0502020104020203" pitchFamily="34" charset="0"/>
              </a:rPr>
              <a:t>Decision making object</a:t>
            </a:r>
          </a:p>
          <a:p>
            <a:pPr lvl="1" eaLnBrk="1" hangingPunct="1">
              <a:spcBef>
                <a:spcPct val="0"/>
              </a:spcBef>
            </a:pPr>
            <a:r>
              <a:rPr lang="en-US" altLang="ko-KR" sz="1800" dirty="0">
                <a:latin typeface="Gill Sans MT" panose="020B0502020104020203" pitchFamily="34" charset="0"/>
              </a:rPr>
              <a:t>Decision based on input received</a:t>
            </a:r>
          </a:p>
          <a:p>
            <a:pPr eaLnBrk="1" hangingPunct="1">
              <a:spcBef>
                <a:spcPct val="0"/>
              </a:spcBef>
            </a:pPr>
            <a:r>
              <a:rPr lang="en-US" altLang="ko-KR" sz="1800" dirty="0">
                <a:latin typeface="Gill Sans MT" panose="020B0502020104020203" pitchFamily="34" charset="0"/>
              </a:rPr>
              <a:t>Bank Transaction Coordinator is needed to forward ATM transaction</a:t>
            </a:r>
          </a:p>
          <a:p>
            <a:pPr lvl="1" eaLnBrk="1" hangingPunct="1">
              <a:spcBef>
                <a:spcPct val="0"/>
              </a:spcBef>
            </a:pPr>
            <a:r>
              <a:rPr lang="en-US" altLang="ko-KR" sz="1800" dirty="0">
                <a:latin typeface="Gill Sans MT" panose="020B0502020104020203" pitchFamily="34" charset="0"/>
              </a:rPr>
              <a:t>To a business logic object</a:t>
            </a:r>
          </a:p>
        </p:txBody>
      </p:sp>
      <p:pic>
        <p:nvPicPr>
          <p:cNvPr id="3" name="그림 2"/>
          <p:cNvPicPr>
            <a:picLocks noChangeAspect="1"/>
          </p:cNvPicPr>
          <p:nvPr/>
        </p:nvPicPr>
        <p:blipFill rotWithShape="1">
          <a:blip r:embed="rId3"/>
          <a:srcRect l="10417" t="15385" r="13333" b="9230"/>
          <a:stretch/>
        </p:blipFill>
        <p:spPr>
          <a:xfrm>
            <a:off x="1363495" y="3246672"/>
            <a:ext cx="6013784" cy="3220496"/>
          </a:xfrm>
          <a:prstGeom prst="rect">
            <a:avLst/>
          </a:prstGeom>
        </p:spPr>
      </p:pic>
    </p:spTree>
    <p:extLst>
      <p:ext uri="{BB962C8B-B14F-4D97-AF65-F5344CB8AC3E}">
        <p14:creationId xmlns:p14="http://schemas.microsoft.com/office/powerpoint/2010/main" val="30599939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EBBD7BC7-86C6-4067-B924-7F3C624CF47C}"/>
              </a:ext>
            </a:extLst>
          </p:cNvPr>
          <p:cNvSpPr>
            <a:spLocks noGrp="1" noChangeArrowheads="1"/>
          </p:cNvSpPr>
          <p:nvPr>
            <p:ph type="title"/>
          </p:nvPr>
        </p:nvSpPr>
        <p:spPr>
          <a:xfrm>
            <a:off x="1525588" y="762000"/>
            <a:ext cx="7088187" cy="771525"/>
          </a:xfrm>
        </p:spPr>
        <p:txBody>
          <a:bodyPr/>
          <a:lstStyle/>
          <a:p>
            <a:pPr eaLnBrk="1" hangingPunct="1"/>
            <a:r>
              <a:rPr lang="en-US" altLang="ko-KR" sz="2800" b="1" dirty="0">
                <a:latin typeface="Gill Sans MT" panose="020B0502020104020203" pitchFamily="34" charset="0"/>
              </a:rPr>
              <a:t>Integrated communication diagram for Banking Service subsystem - Start with PIN Validation Transaction Manager</a:t>
            </a:r>
          </a:p>
        </p:txBody>
      </p:sp>
      <p:sp>
        <p:nvSpPr>
          <p:cNvPr id="2" name="내용 개체 틀 1"/>
          <p:cNvSpPr>
            <a:spLocks noGrp="1"/>
          </p:cNvSpPr>
          <p:nvPr>
            <p:ph idx="1"/>
          </p:nvPr>
        </p:nvSpPr>
        <p:spPr/>
        <p:txBody>
          <a:bodyPr/>
          <a:lstStyle/>
          <a:p>
            <a:endParaRPr lang="en-US" dirty="0"/>
          </a:p>
        </p:txBody>
      </p:sp>
      <p:pic>
        <p:nvPicPr>
          <p:cNvPr id="4" name="그림 3"/>
          <p:cNvPicPr>
            <a:picLocks noChangeAspect="1"/>
          </p:cNvPicPr>
          <p:nvPr/>
        </p:nvPicPr>
        <p:blipFill rotWithShape="1">
          <a:blip r:embed="rId3"/>
          <a:srcRect l="45000" t="16154" r="14583" b="2307"/>
          <a:stretch/>
        </p:blipFill>
        <p:spPr>
          <a:xfrm>
            <a:off x="3352800" y="1861794"/>
            <a:ext cx="4572000" cy="4996206"/>
          </a:xfrm>
          <a:prstGeom prst="rect">
            <a:avLst/>
          </a:prstGeom>
        </p:spPr>
      </p:pic>
      <p:pic>
        <p:nvPicPr>
          <p:cNvPr id="7" name="그림 6"/>
          <p:cNvPicPr>
            <a:picLocks noChangeAspect="1"/>
          </p:cNvPicPr>
          <p:nvPr/>
        </p:nvPicPr>
        <p:blipFill rotWithShape="1">
          <a:blip r:embed="rId3"/>
          <a:srcRect l="45000" t="55410" r="43548" b="23449"/>
          <a:stretch/>
        </p:blipFill>
        <p:spPr>
          <a:xfrm>
            <a:off x="2322512" y="1861794"/>
            <a:ext cx="1295400" cy="1295400"/>
          </a:xfrm>
          <a:prstGeom prst="rect">
            <a:avLst/>
          </a:prstGeom>
        </p:spPr>
      </p:pic>
    </p:spTree>
    <p:extLst>
      <p:ext uri="{BB962C8B-B14F-4D97-AF65-F5344CB8AC3E}">
        <p14:creationId xmlns:p14="http://schemas.microsoft.com/office/powerpoint/2010/main" val="3181108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EBBD7BC7-86C6-4067-B924-7F3C624CF47C}"/>
              </a:ext>
            </a:extLst>
          </p:cNvPr>
          <p:cNvSpPr>
            <a:spLocks noGrp="1" noChangeArrowheads="1"/>
          </p:cNvSpPr>
          <p:nvPr>
            <p:ph type="title"/>
          </p:nvPr>
        </p:nvSpPr>
        <p:spPr>
          <a:xfrm>
            <a:off x="1525588" y="762000"/>
            <a:ext cx="7088187" cy="771525"/>
          </a:xfrm>
        </p:spPr>
        <p:txBody>
          <a:bodyPr/>
          <a:lstStyle/>
          <a:p>
            <a:pPr eaLnBrk="1" hangingPunct="1"/>
            <a:r>
              <a:rPr lang="en-US" altLang="ko-KR" sz="2800" b="1" dirty="0">
                <a:latin typeface="Gill Sans MT" panose="020B0502020104020203" pitchFamily="34" charset="0"/>
              </a:rPr>
              <a:t>Integrated communication diagram for Banking Service subsystem – Add Withdrawal Transaction Manager</a:t>
            </a:r>
          </a:p>
        </p:txBody>
      </p:sp>
      <p:sp>
        <p:nvSpPr>
          <p:cNvPr id="2" name="내용 개체 틀 1"/>
          <p:cNvSpPr>
            <a:spLocks noGrp="1"/>
          </p:cNvSpPr>
          <p:nvPr>
            <p:ph idx="1"/>
          </p:nvPr>
        </p:nvSpPr>
        <p:spPr/>
        <p:txBody>
          <a:bodyPr/>
          <a:lstStyle/>
          <a:p>
            <a:endParaRPr lang="en-US" dirty="0"/>
          </a:p>
        </p:txBody>
      </p:sp>
      <p:pic>
        <p:nvPicPr>
          <p:cNvPr id="3" name="그림 2"/>
          <p:cNvPicPr>
            <a:picLocks noChangeAspect="1"/>
          </p:cNvPicPr>
          <p:nvPr/>
        </p:nvPicPr>
        <p:blipFill rotWithShape="1">
          <a:blip r:embed="rId3"/>
          <a:srcRect l="35834" t="16154" r="14166" b="3077"/>
          <a:stretch/>
        </p:blipFill>
        <p:spPr>
          <a:xfrm>
            <a:off x="2135188" y="1724025"/>
            <a:ext cx="5867400" cy="5133975"/>
          </a:xfrm>
          <a:prstGeom prst="rect">
            <a:avLst/>
          </a:prstGeom>
        </p:spPr>
      </p:pic>
      <p:pic>
        <p:nvPicPr>
          <p:cNvPr id="7" name="그림 6"/>
          <p:cNvPicPr>
            <a:picLocks noChangeAspect="1"/>
          </p:cNvPicPr>
          <p:nvPr/>
        </p:nvPicPr>
        <p:blipFill rotWithShape="1">
          <a:blip r:embed="rId4"/>
          <a:srcRect l="45000" t="55410" r="43548" b="23449"/>
          <a:stretch/>
        </p:blipFill>
        <p:spPr>
          <a:xfrm>
            <a:off x="1525588" y="1852665"/>
            <a:ext cx="2589212" cy="433335"/>
          </a:xfrm>
          <a:prstGeom prst="rect">
            <a:avLst/>
          </a:prstGeom>
        </p:spPr>
      </p:pic>
    </p:spTree>
    <p:extLst>
      <p:ext uri="{BB962C8B-B14F-4D97-AF65-F5344CB8AC3E}">
        <p14:creationId xmlns:p14="http://schemas.microsoft.com/office/powerpoint/2010/main" val="7203627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EBBD7BC7-86C6-4067-B924-7F3C624CF47C}"/>
              </a:ext>
            </a:extLst>
          </p:cNvPr>
          <p:cNvSpPr>
            <a:spLocks noGrp="1" noChangeArrowheads="1"/>
          </p:cNvSpPr>
          <p:nvPr>
            <p:ph type="title"/>
          </p:nvPr>
        </p:nvSpPr>
        <p:spPr>
          <a:xfrm>
            <a:off x="1525588" y="762000"/>
            <a:ext cx="7088187" cy="771525"/>
          </a:xfrm>
        </p:spPr>
        <p:txBody>
          <a:bodyPr/>
          <a:lstStyle/>
          <a:p>
            <a:pPr eaLnBrk="1" hangingPunct="1"/>
            <a:r>
              <a:rPr lang="en-US" altLang="ko-KR" sz="2800" b="1" dirty="0">
                <a:latin typeface="Gill Sans MT" panose="020B0502020104020203" pitchFamily="34" charset="0"/>
              </a:rPr>
              <a:t>Integrated communication diagram for Banking Service subsystem – Add Query Transaction Manager</a:t>
            </a:r>
          </a:p>
        </p:txBody>
      </p:sp>
      <p:sp>
        <p:nvSpPr>
          <p:cNvPr id="2" name="내용 개체 틀 1"/>
          <p:cNvSpPr>
            <a:spLocks noGrp="1"/>
          </p:cNvSpPr>
          <p:nvPr>
            <p:ph idx="1"/>
          </p:nvPr>
        </p:nvSpPr>
        <p:spPr/>
        <p:txBody>
          <a:bodyPr/>
          <a:lstStyle/>
          <a:p>
            <a:endParaRPr lang="en-US" dirty="0"/>
          </a:p>
        </p:txBody>
      </p:sp>
      <p:pic>
        <p:nvPicPr>
          <p:cNvPr id="4" name="그림 3"/>
          <p:cNvPicPr>
            <a:picLocks noChangeAspect="1"/>
          </p:cNvPicPr>
          <p:nvPr/>
        </p:nvPicPr>
        <p:blipFill rotWithShape="1">
          <a:blip r:embed="rId3"/>
          <a:srcRect l="33334" t="16923" r="14999" b="3846"/>
          <a:stretch/>
        </p:blipFill>
        <p:spPr>
          <a:xfrm>
            <a:off x="2057400" y="1891994"/>
            <a:ext cx="5898734" cy="4899755"/>
          </a:xfrm>
          <a:prstGeom prst="rect">
            <a:avLst/>
          </a:prstGeom>
        </p:spPr>
      </p:pic>
      <p:pic>
        <p:nvPicPr>
          <p:cNvPr id="7" name="그림 6"/>
          <p:cNvPicPr>
            <a:picLocks noChangeAspect="1"/>
          </p:cNvPicPr>
          <p:nvPr/>
        </p:nvPicPr>
        <p:blipFill rotWithShape="1">
          <a:blip r:embed="rId4"/>
          <a:srcRect l="45000" t="55410" r="43548" b="23449"/>
          <a:stretch/>
        </p:blipFill>
        <p:spPr>
          <a:xfrm>
            <a:off x="1182688" y="1891994"/>
            <a:ext cx="2589212" cy="433335"/>
          </a:xfrm>
          <a:prstGeom prst="rect">
            <a:avLst/>
          </a:prstGeom>
        </p:spPr>
      </p:pic>
    </p:spTree>
    <p:extLst>
      <p:ext uri="{BB962C8B-B14F-4D97-AF65-F5344CB8AC3E}">
        <p14:creationId xmlns:p14="http://schemas.microsoft.com/office/powerpoint/2010/main" val="9924139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EBBD7BC7-86C6-4067-B924-7F3C624CF47C}"/>
              </a:ext>
            </a:extLst>
          </p:cNvPr>
          <p:cNvSpPr>
            <a:spLocks noGrp="1" noChangeArrowheads="1"/>
          </p:cNvSpPr>
          <p:nvPr>
            <p:ph type="title"/>
          </p:nvPr>
        </p:nvSpPr>
        <p:spPr>
          <a:xfrm>
            <a:off x="1525588" y="762000"/>
            <a:ext cx="7088187" cy="771525"/>
          </a:xfrm>
        </p:spPr>
        <p:txBody>
          <a:bodyPr/>
          <a:lstStyle/>
          <a:p>
            <a:pPr eaLnBrk="1" hangingPunct="1"/>
            <a:r>
              <a:rPr lang="en-US" altLang="ko-KR" sz="2800" b="1" dirty="0">
                <a:latin typeface="Gill Sans MT" panose="020B0502020104020203" pitchFamily="34" charset="0"/>
              </a:rPr>
              <a:t>Integrated communication diagram for Banking Service subsystem – Add Transfer Transaction Manager</a:t>
            </a:r>
          </a:p>
        </p:txBody>
      </p:sp>
      <p:sp>
        <p:nvSpPr>
          <p:cNvPr id="2" name="내용 개체 틀 1"/>
          <p:cNvSpPr>
            <a:spLocks noGrp="1"/>
          </p:cNvSpPr>
          <p:nvPr>
            <p:ph idx="1"/>
          </p:nvPr>
        </p:nvSpPr>
        <p:spPr/>
        <p:txBody>
          <a:bodyPr/>
          <a:lstStyle/>
          <a:p>
            <a:endParaRPr lang="en-US" dirty="0"/>
          </a:p>
        </p:txBody>
      </p:sp>
      <p:pic>
        <p:nvPicPr>
          <p:cNvPr id="8" name="그림 7"/>
          <p:cNvPicPr>
            <a:picLocks noChangeAspect="1"/>
          </p:cNvPicPr>
          <p:nvPr/>
        </p:nvPicPr>
        <p:blipFill rotWithShape="1">
          <a:blip r:embed="rId3"/>
          <a:srcRect l="30417" t="15385" r="15000" b="3846"/>
          <a:stretch/>
        </p:blipFill>
        <p:spPr>
          <a:xfrm>
            <a:off x="1984376" y="1602794"/>
            <a:ext cx="6169024" cy="4944638"/>
          </a:xfrm>
          <a:prstGeom prst="rect">
            <a:avLst/>
          </a:prstGeom>
        </p:spPr>
      </p:pic>
      <p:pic>
        <p:nvPicPr>
          <p:cNvPr id="7" name="그림 6"/>
          <p:cNvPicPr>
            <a:picLocks noChangeAspect="1"/>
          </p:cNvPicPr>
          <p:nvPr/>
        </p:nvPicPr>
        <p:blipFill rotWithShape="1">
          <a:blip r:embed="rId4"/>
          <a:srcRect l="45000" t="55410" r="43548" b="23449"/>
          <a:stretch/>
        </p:blipFill>
        <p:spPr>
          <a:xfrm>
            <a:off x="1676400" y="1766411"/>
            <a:ext cx="2589212" cy="433335"/>
          </a:xfrm>
          <a:prstGeom prst="rect">
            <a:avLst/>
          </a:prstGeom>
        </p:spPr>
      </p:pic>
    </p:spTree>
    <p:extLst>
      <p:ext uri="{BB962C8B-B14F-4D97-AF65-F5344CB8AC3E}">
        <p14:creationId xmlns:p14="http://schemas.microsoft.com/office/powerpoint/2010/main" val="41205605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EBBD7BC7-86C6-4067-B924-7F3C624CF47C}"/>
              </a:ext>
            </a:extLst>
          </p:cNvPr>
          <p:cNvSpPr>
            <a:spLocks noGrp="1" noChangeArrowheads="1"/>
          </p:cNvSpPr>
          <p:nvPr>
            <p:ph type="title"/>
          </p:nvPr>
        </p:nvSpPr>
        <p:spPr>
          <a:xfrm>
            <a:off x="1525588" y="762000"/>
            <a:ext cx="7088187" cy="771525"/>
          </a:xfrm>
        </p:spPr>
        <p:txBody>
          <a:bodyPr/>
          <a:lstStyle/>
          <a:p>
            <a:pPr eaLnBrk="1" hangingPunct="1"/>
            <a:r>
              <a:rPr lang="en-US" altLang="ko-KR" sz="2800" b="1" dirty="0">
                <a:latin typeface="Gill Sans MT" panose="020B0502020104020203" pitchFamily="34" charset="0"/>
              </a:rPr>
              <a:t>Integrated communication diagram for Banking Service subsystem</a:t>
            </a:r>
          </a:p>
        </p:txBody>
      </p:sp>
      <p:sp>
        <p:nvSpPr>
          <p:cNvPr id="2" name="내용 개체 틀 1"/>
          <p:cNvSpPr>
            <a:spLocks noGrp="1"/>
          </p:cNvSpPr>
          <p:nvPr>
            <p:ph idx="1"/>
          </p:nvPr>
        </p:nvSpPr>
        <p:spPr/>
        <p:txBody>
          <a:bodyPr/>
          <a:lstStyle/>
          <a:p>
            <a:endParaRPr lang="en-US" dirty="0"/>
          </a:p>
        </p:txBody>
      </p:sp>
      <p:pic>
        <p:nvPicPr>
          <p:cNvPr id="3" name="그림 2"/>
          <p:cNvPicPr>
            <a:picLocks noChangeAspect="1"/>
          </p:cNvPicPr>
          <p:nvPr/>
        </p:nvPicPr>
        <p:blipFill rotWithShape="1">
          <a:blip r:embed="rId3"/>
          <a:srcRect l="10001" t="13077" r="30832" b="3077"/>
          <a:stretch/>
        </p:blipFill>
        <p:spPr>
          <a:xfrm>
            <a:off x="1981200" y="1795162"/>
            <a:ext cx="5940424" cy="4559902"/>
          </a:xfrm>
          <a:prstGeom prst="rect">
            <a:avLst/>
          </a:prstGeom>
        </p:spPr>
      </p:pic>
    </p:spTree>
    <p:extLst>
      <p:ext uri="{BB962C8B-B14F-4D97-AF65-F5344CB8AC3E}">
        <p14:creationId xmlns:p14="http://schemas.microsoft.com/office/powerpoint/2010/main" val="15301814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EBBD7BC7-86C6-4067-B924-7F3C624CF47C}"/>
              </a:ext>
            </a:extLst>
          </p:cNvPr>
          <p:cNvSpPr>
            <a:spLocks noGrp="1" noChangeArrowheads="1"/>
          </p:cNvSpPr>
          <p:nvPr>
            <p:ph type="title"/>
          </p:nvPr>
        </p:nvSpPr>
        <p:spPr>
          <a:xfrm>
            <a:off x="1525588" y="762000"/>
            <a:ext cx="7088187" cy="771525"/>
          </a:xfrm>
        </p:spPr>
        <p:txBody>
          <a:bodyPr/>
          <a:lstStyle/>
          <a:p>
            <a:pPr eaLnBrk="1" hangingPunct="1"/>
            <a:r>
              <a:rPr lang="en-US" altLang="ko-KR" sz="2800" b="1" dirty="0">
                <a:latin typeface="Gill Sans MT" panose="020B0502020104020203" pitchFamily="34" charset="0"/>
              </a:rPr>
              <a:t>Subsystem design – high level communication diagram for</a:t>
            </a:r>
            <a:br>
              <a:rPr lang="en-US" altLang="ko-KR" sz="2800" b="1" dirty="0">
                <a:latin typeface="Gill Sans MT" panose="020B0502020104020203" pitchFamily="34" charset="0"/>
              </a:rPr>
            </a:br>
            <a:r>
              <a:rPr lang="en-US" altLang="ko-KR" sz="2800" b="1" dirty="0">
                <a:latin typeface="Gill Sans MT" panose="020B0502020104020203" pitchFamily="34" charset="0"/>
              </a:rPr>
              <a:t>Banking System</a:t>
            </a:r>
          </a:p>
        </p:txBody>
      </p:sp>
      <p:sp>
        <p:nvSpPr>
          <p:cNvPr id="2" name="내용 개체 틀 1"/>
          <p:cNvSpPr>
            <a:spLocks noGrp="1"/>
          </p:cNvSpPr>
          <p:nvPr>
            <p:ph idx="1"/>
          </p:nvPr>
        </p:nvSpPr>
        <p:spPr/>
        <p:txBody>
          <a:bodyPr/>
          <a:lstStyle/>
          <a:p>
            <a:endParaRPr lang="en-US" dirty="0"/>
          </a:p>
        </p:txBody>
      </p:sp>
      <p:pic>
        <p:nvPicPr>
          <p:cNvPr id="4" name="그림 3"/>
          <p:cNvPicPr>
            <a:picLocks noChangeAspect="1"/>
          </p:cNvPicPr>
          <p:nvPr/>
        </p:nvPicPr>
        <p:blipFill rotWithShape="1">
          <a:blip r:embed="rId3"/>
          <a:srcRect l="11250" t="16154" r="30417" b="12308"/>
          <a:stretch/>
        </p:blipFill>
        <p:spPr>
          <a:xfrm>
            <a:off x="1182688" y="1998663"/>
            <a:ext cx="7112000" cy="4724400"/>
          </a:xfrm>
          <a:prstGeom prst="rect">
            <a:avLst/>
          </a:prstGeom>
        </p:spPr>
      </p:pic>
    </p:spTree>
    <p:extLst>
      <p:ext uri="{BB962C8B-B14F-4D97-AF65-F5344CB8AC3E}">
        <p14:creationId xmlns:p14="http://schemas.microsoft.com/office/powerpoint/2010/main" val="9338023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EBBD7BC7-86C6-4067-B924-7F3C624CF47C}"/>
              </a:ext>
            </a:extLst>
          </p:cNvPr>
          <p:cNvSpPr>
            <a:spLocks noGrp="1" noChangeArrowheads="1"/>
          </p:cNvSpPr>
          <p:nvPr>
            <p:ph type="title"/>
          </p:nvPr>
        </p:nvSpPr>
        <p:spPr>
          <a:xfrm>
            <a:off x="1525588" y="762000"/>
            <a:ext cx="7088187" cy="771525"/>
          </a:xfrm>
        </p:spPr>
        <p:txBody>
          <a:bodyPr/>
          <a:lstStyle/>
          <a:p>
            <a:pPr eaLnBrk="1" hangingPunct="1"/>
            <a:r>
              <a:rPr lang="en-US" altLang="ko-KR" sz="2800" b="1" dirty="0">
                <a:latin typeface="Gill Sans MT" panose="020B0502020104020203" pitchFamily="34" charset="0"/>
              </a:rPr>
              <a:t>Subsystem Structuring Criteria</a:t>
            </a:r>
          </a:p>
        </p:txBody>
      </p:sp>
      <p:sp>
        <p:nvSpPr>
          <p:cNvPr id="2" name="내용 개체 틀 1"/>
          <p:cNvSpPr>
            <a:spLocks noGrp="1"/>
          </p:cNvSpPr>
          <p:nvPr>
            <p:ph idx="1"/>
          </p:nvPr>
        </p:nvSpPr>
        <p:spPr/>
        <p:txBody>
          <a:bodyPr/>
          <a:lstStyle/>
          <a:p>
            <a:pPr eaLnBrk="1" hangingPunct="1">
              <a:spcBef>
                <a:spcPct val="0"/>
              </a:spcBef>
            </a:pPr>
            <a:r>
              <a:rPr lang="en-US" altLang="ko-KR" sz="1800" dirty="0">
                <a:latin typeface="Gill Sans MT" panose="020B0502020104020203" pitchFamily="34" charset="0"/>
              </a:rPr>
              <a:t>User Interaction</a:t>
            </a:r>
          </a:p>
          <a:p>
            <a:pPr lvl="1" eaLnBrk="1" hangingPunct="1">
              <a:spcBef>
                <a:spcPct val="0"/>
              </a:spcBef>
            </a:pPr>
            <a:r>
              <a:rPr lang="en-US" altLang="ko-KR" sz="1800" dirty="0">
                <a:latin typeface="Gill Sans MT" panose="020B0502020104020203" pitchFamily="34" charset="0"/>
              </a:rPr>
              <a:t>Collection of objects supporting needs of user</a:t>
            </a:r>
          </a:p>
          <a:p>
            <a:pPr eaLnBrk="1" hangingPunct="1">
              <a:spcBef>
                <a:spcPct val="0"/>
              </a:spcBef>
            </a:pPr>
            <a:r>
              <a:rPr lang="en-US" altLang="ko-KR" sz="1800" dirty="0">
                <a:latin typeface="Gill Sans MT" panose="020B0502020104020203" pitchFamily="34" charset="0"/>
              </a:rPr>
              <a:t>Control</a:t>
            </a:r>
          </a:p>
          <a:p>
            <a:pPr lvl="1" eaLnBrk="1" hangingPunct="1">
              <a:spcBef>
                <a:spcPct val="0"/>
              </a:spcBef>
            </a:pPr>
            <a:r>
              <a:rPr lang="en-US" altLang="ko-KR" sz="1800" dirty="0">
                <a:latin typeface="Gill Sans MT" panose="020B0502020104020203" pitchFamily="34" charset="0"/>
              </a:rPr>
              <a:t>Subsystem controls given part of system</a:t>
            </a:r>
          </a:p>
          <a:p>
            <a:pPr eaLnBrk="1" hangingPunct="1">
              <a:spcBef>
                <a:spcPct val="0"/>
              </a:spcBef>
            </a:pPr>
            <a:r>
              <a:rPr lang="en-US" altLang="ko-KR" sz="1800" dirty="0">
                <a:latin typeface="Gill Sans MT" panose="020B0502020104020203" pitchFamily="34" charset="0"/>
              </a:rPr>
              <a:t>Coordinator</a:t>
            </a:r>
          </a:p>
          <a:p>
            <a:pPr lvl="1" eaLnBrk="1" hangingPunct="1">
              <a:spcBef>
                <a:spcPct val="0"/>
              </a:spcBef>
            </a:pPr>
            <a:r>
              <a:rPr lang="en-US" altLang="ko-KR" sz="1800" dirty="0">
                <a:latin typeface="Gill Sans MT" panose="020B0502020104020203" pitchFamily="34" charset="0"/>
              </a:rPr>
              <a:t>Coordinates several control subsystems</a:t>
            </a:r>
          </a:p>
          <a:p>
            <a:pPr lvl="1" eaLnBrk="1" hangingPunct="1">
              <a:spcBef>
                <a:spcPct val="0"/>
              </a:spcBef>
            </a:pPr>
            <a:endParaRPr lang="en-US" altLang="ko-KR" sz="1800" dirty="0">
              <a:latin typeface="Gill Sans MT" panose="020B0502020104020203" pitchFamily="34" charset="0"/>
            </a:endParaRPr>
          </a:p>
        </p:txBody>
      </p:sp>
      <p:pic>
        <p:nvPicPr>
          <p:cNvPr id="3" name="그림 2"/>
          <p:cNvPicPr>
            <a:picLocks noChangeAspect="1"/>
          </p:cNvPicPr>
          <p:nvPr/>
        </p:nvPicPr>
        <p:blipFill rotWithShape="1">
          <a:blip r:embed="rId3"/>
          <a:srcRect l="33333" t="48462" r="29166" b="5384"/>
          <a:stretch/>
        </p:blipFill>
        <p:spPr>
          <a:xfrm>
            <a:off x="1182688" y="3825020"/>
            <a:ext cx="4416425" cy="2944283"/>
          </a:xfrm>
          <a:prstGeom prst="rect">
            <a:avLst/>
          </a:prstGeom>
        </p:spPr>
      </p:pic>
      <p:pic>
        <p:nvPicPr>
          <p:cNvPr id="4" name="그림 3"/>
          <p:cNvPicPr>
            <a:picLocks noChangeAspect="1"/>
          </p:cNvPicPr>
          <p:nvPr/>
        </p:nvPicPr>
        <p:blipFill rotWithShape="1">
          <a:blip r:embed="rId4"/>
          <a:srcRect l="21250" t="16924" r="29583" b="45384"/>
          <a:stretch/>
        </p:blipFill>
        <p:spPr>
          <a:xfrm>
            <a:off x="4383736" y="3843163"/>
            <a:ext cx="4208268" cy="1747501"/>
          </a:xfrm>
          <a:prstGeom prst="rect">
            <a:avLst/>
          </a:prstGeom>
        </p:spPr>
      </p:pic>
    </p:spTree>
    <p:extLst>
      <p:ext uri="{BB962C8B-B14F-4D97-AF65-F5344CB8AC3E}">
        <p14:creationId xmlns:p14="http://schemas.microsoft.com/office/powerpoint/2010/main" val="6307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EBBD7BC7-86C6-4067-B924-7F3C624CF47C}"/>
              </a:ext>
            </a:extLst>
          </p:cNvPr>
          <p:cNvSpPr>
            <a:spLocks noGrp="1" noChangeArrowheads="1"/>
          </p:cNvSpPr>
          <p:nvPr>
            <p:ph type="title"/>
          </p:nvPr>
        </p:nvSpPr>
        <p:spPr>
          <a:xfrm>
            <a:off x="1525588" y="762000"/>
            <a:ext cx="7088187" cy="771525"/>
          </a:xfrm>
        </p:spPr>
        <p:txBody>
          <a:bodyPr/>
          <a:lstStyle/>
          <a:p>
            <a:pPr eaLnBrk="1" hangingPunct="1"/>
            <a:r>
              <a:rPr lang="en-US" altLang="ko-KR" sz="2800" b="1" dirty="0">
                <a:latin typeface="Gill Sans MT" panose="020B0502020104020203" pitchFamily="34" charset="0"/>
              </a:rPr>
              <a:t>Design Distributed Subsystem Interfaces</a:t>
            </a:r>
          </a:p>
        </p:txBody>
      </p:sp>
      <p:sp>
        <p:nvSpPr>
          <p:cNvPr id="2" name="내용 개체 틀 1"/>
          <p:cNvSpPr>
            <a:spLocks noGrp="1"/>
          </p:cNvSpPr>
          <p:nvPr>
            <p:ph idx="1"/>
          </p:nvPr>
        </p:nvSpPr>
        <p:spPr/>
        <p:txBody>
          <a:bodyPr/>
          <a:lstStyle/>
          <a:p>
            <a:pPr eaLnBrk="1" hangingPunct="1">
              <a:spcBef>
                <a:spcPct val="0"/>
              </a:spcBef>
            </a:pPr>
            <a:r>
              <a:rPr lang="en-US" altLang="ko-KR" sz="1800" dirty="0">
                <a:latin typeface="Gill Sans MT" panose="020B0502020104020203" pitchFamily="34" charset="0"/>
              </a:rPr>
              <a:t>Message Communication between distributed subsystems</a:t>
            </a:r>
          </a:p>
          <a:p>
            <a:pPr lvl="1" eaLnBrk="1" hangingPunct="1">
              <a:spcBef>
                <a:spcPct val="0"/>
              </a:spcBef>
            </a:pPr>
            <a:r>
              <a:rPr lang="en-US" altLang="ko-KR" sz="1800" dirty="0">
                <a:latin typeface="Gill Sans MT" panose="020B0502020104020203" pitchFamily="34" charset="0"/>
              </a:rPr>
              <a:t>Asynchronous message communication</a:t>
            </a:r>
          </a:p>
          <a:p>
            <a:pPr lvl="2" eaLnBrk="1" hangingPunct="1">
              <a:spcBef>
                <a:spcPct val="0"/>
              </a:spcBef>
            </a:pPr>
            <a:r>
              <a:rPr lang="en-US" altLang="ko-KR" sz="1800" dirty="0">
                <a:latin typeface="Gill Sans MT" panose="020B0502020104020203" pitchFamily="34" charset="0"/>
              </a:rPr>
              <a:t>Peer to peer communication</a:t>
            </a:r>
          </a:p>
          <a:p>
            <a:pPr lvl="1" eaLnBrk="1" hangingPunct="1">
              <a:spcBef>
                <a:spcPct val="0"/>
              </a:spcBef>
            </a:pPr>
            <a:r>
              <a:rPr lang="en-US" altLang="ko-KR" sz="1800" dirty="0">
                <a:latin typeface="Gill Sans MT" panose="020B0502020104020203" pitchFamily="34" charset="0"/>
              </a:rPr>
              <a:t>Synchronous message communication</a:t>
            </a:r>
          </a:p>
          <a:p>
            <a:pPr lvl="2" eaLnBrk="1" hangingPunct="1">
              <a:spcBef>
                <a:spcPct val="0"/>
              </a:spcBef>
            </a:pPr>
            <a:r>
              <a:rPr lang="en-US" altLang="ko-KR" sz="1800" dirty="0">
                <a:latin typeface="Gill Sans MT" panose="020B0502020104020203" pitchFamily="34" charset="0"/>
              </a:rPr>
              <a:t>Client / Service message communication</a:t>
            </a:r>
          </a:p>
          <a:p>
            <a:pPr lvl="1" eaLnBrk="1" hangingPunct="1">
              <a:spcBef>
                <a:spcPct val="0"/>
              </a:spcBef>
            </a:pPr>
            <a:r>
              <a:rPr lang="en-US" altLang="ko-KR" sz="1800" dirty="0">
                <a:latin typeface="Gill Sans MT" panose="020B0502020104020203" pitchFamily="34" charset="0"/>
              </a:rPr>
              <a:t>Group Message Communication</a:t>
            </a:r>
          </a:p>
          <a:p>
            <a:pPr lvl="2" eaLnBrk="1" hangingPunct="1">
              <a:spcBef>
                <a:spcPct val="0"/>
              </a:spcBef>
            </a:pPr>
            <a:r>
              <a:rPr lang="en-US" altLang="ko-KR" sz="1800" dirty="0">
                <a:latin typeface="Gill Sans MT" panose="020B0502020104020203" pitchFamily="34" charset="0"/>
              </a:rPr>
              <a:t>Broadcast message communication</a:t>
            </a:r>
          </a:p>
          <a:p>
            <a:pPr lvl="2" eaLnBrk="1" hangingPunct="1">
              <a:spcBef>
                <a:spcPct val="0"/>
              </a:spcBef>
            </a:pPr>
            <a:r>
              <a:rPr lang="en-US" altLang="ko-KR" sz="1800" dirty="0">
                <a:latin typeface="Gill Sans MT" panose="020B0502020104020203" pitchFamily="34" charset="0"/>
              </a:rPr>
              <a:t>Multicast message communication</a:t>
            </a:r>
          </a:p>
          <a:p>
            <a:pPr lvl="1" eaLnBrk="1" hangingPunct="1">
              <a:spcBef>
                <a:spcPct val="0"/>
              </a:spcBef>
            </a:pPr>
            <a:r>
              <a:rPr lang="en-US" altLang="ko-KR" sz="1800" dirty="0">
                <a:latin typeface="Gill Sans MT" panose="020B0502020104020203" pitchFamily="34" charset="0"/>
              </a:rPr>
              <a:t>Brokered Communication</a:t>
            </a:r>
          </a:p>
          <a:p>
            <a:pPr lvl="2" eaLnBrk="1" hangingPunct="1">
              <a:spcBef>
                <a:spcPct val="0"/>
              </a:spcBef>
            </a:pPr>
            <a:r>
              <a:rPr lang="en-US" altLang="ko-KR" sz="1800" dirty="0">
                <a:latin typeface="Gill Sans MT" panose="020B0502020104020203" pitchFamily="34" charset="0"/>
              </a:rPr>
              <a:t>Uses Object Broker</a:t>
            </a:r>
          </a:p>
        </p:txBody>
      </p:sp>
    </p:spTree>
    <p:extLst>
      <p:ext uri="{BB962C8B-B14F-4D97-AF65-F5344CB8AC3E}">
        <p14:creationId xmlns:p14="http://schemas.microsoft.com/office/powerpoint/2010/main" val="10157781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EBBD7BC7-86C6-4067-B924-7F3C624CF47C}"/>
              </a:ext>
            </a:extLst>
          </p:cNvPr>
          <p:cNvSpPr>
            <a:spLocks noGrp="1" noChangeArrowheads="1"/>
          </p:cNvSpPr>
          <p:nvPr>
            <p:ph type="title"/>
          </p:nvPr>
        </p:nvSpPr>
        <p:spPr>
          <a:xfrm>
            <a:off x="1525588" y="762000"/>
            <a:ext cx="7088187" cy="771525"/>
          </a:xfrm>
        </p:spPr>
        <p:txBody>
          <a:bodyPr/>
          <a:lstStyle/>
          <a:p>
            <a:pPr eaLnBrk="1" hangingPunct="1"/>
            <a:r>
              <a:rPr lang="en-US" altLang="ko-KR" sz="2800" b="1" dirty="0">
                <a:latin typeface="Gill Sans MT" panose="020B0502020104020203" pitchFamily="34" charset="0"/>
              </a:rPr>
              <a:t>UML notation for messages</a:t>
            </a:r>
          </a:p>
        </p:txBody>
      </p:sp>
      <p:sp>
        <p:nvSpPr>
          <p:cNvPr id="6147" name="Rectangle 3">
            <a:extLst>
              <a:ext uri="{FF2B5EF4-FFF2-40B4-BE49-F238E27FC236}">
                <a16:creationId xmlns:a16="http://schemas.microsoft.com/office/drawing/2014/main" id="{965F61E5-64AF-4613-B252-1033BC113602}"/>
              </a:ext>
            </a:extLst>
          </p:cNvPr>
          <p:cNvSpPr>
            <a:spLocks noGrp="1" noChangeArrowheads="1"/>
          </p:cNvSpPr>
          <p:nvPr>
            <p:ph type="body" idx="1"/>
          </p:nvPr>
        </p:nvSpPr>
        <p:spPr>
          <a:xfrm>
            <a:off x="663575" y="2057400"/>
            <a:ext cx="7413625" cy="4419600"/>
          </a:xfrm>
        </p:spPr>
        <p:txBody>
          <a:bodyPr/>
          <a:lstStyle/>
          <a:p>
            <a:pPr eaLnBrk="1" hangingPunct="1">
              <a:spcBef>
                <a:spcPct val="0"/>
              </a:spcBef>
            </a:pPr>
            <a:endParaRPr lang="en-US" altLang="ko-KR" sz="1800" dirty="0">
              <a:latin typeface="Gill Sans MT" panose="020B0502020104020203" pitchFamily="34" charset="0"/>
            </a:endParaRPr>
          </a:p>
        </p:txBody>
      </p:sp>
      <p:pic>
        <p:nvPicPr>
          <p:cNvPr id="2" name="그림 1"/>
          <p:cNvPicPr>
            <a:picLocks noChangeAspect="1"/>
          </p:cNvPicPr>
          <p:nvPr/>
        </p:nvPicPr>
        <p:blipFill rotWithShape="1">
          <a:blip r:embed="rId3"/>
          <a:srcRect l="10416" t="17692" r="25000" b="10000"/>
          <a:stretch/>
        </p:blipFill>
        <p:spPr>
          <a:xfrm>
            <a:off x="349621" y="1828800"/>
            <a:ext cx="8041532" cy="4876800"/>
          </a:xfrm>
          <a:prstGeom prst="rect">
            <a:avLst/>
          </a:prstGeom>
        </p:spPr>
      </p:pic>
    </p:spTree>
    <p:extLst>
      <p:ext uri="{BB962C8B-B14F-4D97-AF65-F5344CB8AC3E}">
        <p14:creationId xmlns:p14="http://schemas.microsoft.com/office/powerpoint/2010/main" val="13164783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EBBD7BC7-86C6-4067-B924-7F3C624CF47C}"/>
              </a:ext>
            </a:extLst>
          </p:cNvPr>
          <p:cNvSpPr>
            <a:spLocks noGrp="1" noChangeArrowheads="1"/>
          </p:cNvSpPr>
          <p:nvPr>
            <p:ph type="title"/>
          </p:nvPr>
        </p:nvSpPr>
        <p:spPr>
          <a:xfrm>
            <a:off x="1525588" y="762000"/>
            <a:ext cx="7088187" cy="771525"/>
          </a:xfrm>
        </p:spPr>
        <p:txBody>
          <a:bodyPr/>
          <a:lstStyle/>
          <a:p>
            <a:pPr eaLnBrk="1" hangingPunct="1"/>
            <a:r>
              <a:rPr lang="en-US" altLang="ko-KR" sz="2800" b="1" dirty="0">
                <a:latin typeface="Gill Sans MT" panose="020B0502020104020203" pitchFamily="34" charset="0"/>
              </a:rPr>
              <a:t>Asynchronous Message Communication</a:t>
            </a:r>
            <a:br>
              <a:rPr lang="en-US" altLang="ko-KR" sz="2800" b="1" dirty="0">
                <a:latin typeface="Gill Sans MT" panose="020B0502020104020203" pitchFamily="34" charset="0"/>
              </a:rPr>
            </a:br>
            <a:r>
              <a:rPr lang="en-US" altLang="ko-KR" sz="2800" b="1" dirty="0">
                <a:latin typeface="Gill Sans MT" panose="020B0502020104020203" pitchFamily="34" charset="0"/>
              </a:rPr>
              <a:t>(Loosely Coupled)</a:t>
            </a:r>
          </a:p>
        </p:txBody>
      </p:sp>
      <p:sp>
        <p:nvSpPr>
          <p:cNvPr id="2" name="내용 개체 틀 1"/>
          <p:cNvSpPr>
            <a:spLocks noGrp="1"/>
          </p:cNvSpPr>
          <p:nvPr>
            <p:ph idx="1"/>
          </p:nvPr>
        </p:nvSpPr>
        <p:spPr/>
        <p:txBody>
          <a:bodyPr/>
          <a:lstStyle/>
          <a:p>
            <a:pPr eaLnBrk="1" hangingPunct="1">
              <a:spcBef>
                <a:spcPct val="0"/>
              </a:spcBef>
            </a:pPr>
            <a:r>
              <a:rPr lang="en-US" altLang="ko-KR" sz="1800" dirty="0">
                <a:latin typeface="Gill Sans MT" panose="020B0502020104020203" pitchFamily="34" charset="0"/>
              </a:rPr>
              <a:t>Producer sends message and continues</a:t>
            </a:r>
          </a:p>
          <a:p>
            <a:pPr eaLnBrk="1" hangingPunct="1">
              <a:spcBef>
                <a:spcPct val="0"/>
              </a:spcBef>
            </a:pPr>
            <a:endParaRPr lang="en-US" altLang="ko-KR" sz="1800" dirty="0">
              <a:latin typeface="Gill Sans MT" panose="020B0502020104020203" pitchFamily="34" charset="0"/>
            </a:endParaRPr>
          </a:p>
          <a:p>
            <a:pPr eaLnBrk="1" hangingPunct="1">
              <a:spcBef>
                <a:spcPct val="0"/>
              </a:spcBef>
            </a:pPr>
            <a:r>
              <a:rPr lang="en-US" altLang="ko-KR" sz="1800" dirty="0">
                <a:latin typeface="Gill Sans MT" panose="020B0502020104020203" pitchFamily="34" charset="0"/>
              </a:rPr>
              <a:t>Consumer receives message</a:t>
            </a:r>
          </a:p>
          <a:p>
            <a:pPr lvl="1" eaLnBrk="1" hangingPunct="1">
              <a:spcBef>
                <a:spcPct val="0"/>
              </a:spcBef>
            </a:pPr>
            <a:r>
              <a:rPr lang="en-US" altLang="ko-KR" sz="1800" dirty="0">
                <a:latin typeface="Gill Sans MT" panose="020B0502020104020203" pitchFamily="34" charset="0"/>
              </a:rPr>
              <a:t>Suspended if no message is present</a:t>
            </a:r>
          </a:p>
          <a:p>
            <a:pPr lvl="1" eaLnBrk="1" hangingPunct="1">
              <a:spcBef>
                <a:spcPct val="0"/>
              </a:spcBef>
            </a:pPr>
            <a:r>
              <a:rPr lang="en-US" altLang="ko-KR" sz="1800" dirty="0">
                <a:latin typeface="Gill Sans MT" panose="020B0502020104020203" pitchFamily="34" charset="0"/>
              </a:rPr>
              <a:t>Activated when message arrives</a:t>
            </a:r>
          </a:p>
          <a:p>
            <a:pPr lvl="1" eaLnBrk="1" hangingPunct="1">
              <a:spcBef>
                <a:spcPct val="0"/>
              </a:spcBef>
            </a:pPr>
            <a:endParaRPr lang="en-US" altLang="ko-KR" sz="1800" dirty="0">
              <a:latin typeface="Gill Sans MT" panose="020B0502020104020203" pitchFamily="34" charset="0"/>
            </a:endParaRPr>
          </a:p>
          <a:p>
            <a:pPr eaLnBrk="1" hangingPunct="1">
              <a:spcBef>
                <a:spcPct val="0"/>
              </a:spcBef>
            </a:pPr>
            <a:r>
              <a:rPr lang="en-US" altLang="ko-KR" sz="1800" dirty="0">
                <a:latin typeface="Gill Sans MT" panose="020B0502020104020203" pitchFamily="34" charset="0"/>
              </a:rPr>
              <a:t>Message queue may build up at Consumer</a:t>
            </a:r>
          </a:p>
        </p:txBody>
      </p:sp>
      <p:pic>
        <p:nvPicPr>
          <p:cNvPr id="3" name="그림 2"/>
          <p:cNvPicPr>
            <a:picLocks noChangeAspect="1"/>
          </p:cNvPicPr>
          <p:nvPr/>
        </p:nvPicPr>
        <p:blipFill rotWithShape="1">
          <a:blip r:embed="rId3"/>
          <a:srcRect l="4857" t="57400" r="21138" b="28623"/>
          <a:stretch/>
        </p:blipFill>
        <p:spPr>
          <a:xfrm>
            <a:off x="1182688" y="4572000"/>
            <a:ext cx="7620000" cy="1295400"/>
          </a:xfrm>
          <a:prstGeom prst="rect">
            <a:avLst/>
          </a:prstGeom>
        </p:spPr>
      </p:pic>
    </p:spTree>
    <p:extLst>
      <p:ext uri="{BB962C8B-B14F-4D97-AF65-F5344CB8AC3E}">
        <p14:creationId xmlns:p14="http://schemas.microsoft.com/office/powerpoint/2010/main" val="34281944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EBBD7BC7-86C6-4067-B924-7F3C624CF47C}"/>
              </a:ext>
            </a:extLst>
          </p:cNvPr>
          <p:cNvSpPr>
            <a:spLocks noGrp="1" noChangeArrowheads="1"/>
          </p:cNvSpPr>
          <p:nvPr>
            <p:ph type="title"/>
          </p:nvPr>
        </p:nvSpPr>
        <p:spPr>
          <a:xfrm>
            <a:off x="1525588" y="762000"/>
            <a:ext cx="7088187" cy="771525"/>
          </a:xfrm>
        </p:spPr>
        <p:txBody>
          <a:bodyPr/>
          <a:lstStyle/>
          <a:p>
            <a:pPr eaLnBrk="1" hangingPunct="1"/>
            <a:r>
              <a:rPr lang="en-US" altLang="ko-KR" sz="2800" b="1" dirty="0">
                <a:latin typeface="Gill Sans MT" panose="020B0502020104020203" pitchFamily="34" charset="0"/>
              </a:rPr>
              <a:t>Synchronous Message Communication</a:t>
            </a:r>
            <a:br>
              <a:rPr lang="en-US" altLang="ko-KR" sz="2800" b="1" dirty="0">
                <a:latin typeface="Gill Sans MT" panose="020B0502020104020203" pitchFamily="34" charset="0"/>
              </a:rPr>
            </a:br>
            <a:r>
              <a:rPr lang="en-US" altLang="ko-KR" sz="2800" b="1" dirty="0">
                <a:latin typeface="Gill Sans MT" panose="020B0502020104020203" pitchFamily="34" charset="0"/>
              </a:rPr>
              <a:t>with Reply (Tightly Coupled)</a:t>
            </a:r>
          </a:p>
        </p:txBody>
      </p:sp>
      <p:sp>
        <p:nvSpPr>
          <p:cNvPr id="2" name="내용 개체 틀 1"/>
          <p:cNvSpPr>
            <a:spLocks noGrp="1"/>
          </p:cNvSpPr>
          <p:nvPr>
            <p:ph idx="1"/>
          </p:nvPr>
        </p:nvSpPr>
        <p:spPr/>
        <p:txBody>
          <a:bodyPr/>
          <a:lstStyle/>
          <a:p>
            <a:pPr eaLnBrk="1" hangingPunct="1">
              <a:spcBef>
                <a:spcPct val="0"/>
              </a:spcBef>
            </a:pPr>
            <a:r>
              <a:rPr lang="en-US" altLang="ko-KR" sz="1800" dirty="0">
                <a:latin typeface="Gill Sans MT" panose="020B0502020104020203" pitchFamily="34" charset="0"/>
              </a:rPr>
              <a:t>Client task sends message and waits for reply</a:t>
            </a:r>
          </a:p>
          <a:p>
            <a:pPr eaLnBrk="1" hangingPunct="1">
              <a:spcBef>
                <a:spcPct val="0"/>
              </a:spcBef>
            </a:pPr>
            <a:endParaRPr lang="en-US" altLang="ko-KR" sz="1800" dirty="0">
              <a:latin typeface="Gill Sans MT" panose="020B0502020104020203" pitchFamily="34" charset="0"/>
            </a:endParaRPr>
          </a:p>
          <a:p>
            <a:pPr eaLnBrk="1" hangingPunct="1">
              <a:spcBef>
                <a:spcPct val="0"/>
              </a:spcBef>
            </a:pPr>
            <a:r>
              <a:rPr lang="en-US" altLang="ko-KR" sz="1800" dirty="0">
                <a:latin typeface="Gill Sans MT" panose="020B0502020104020203" pitchFamily="34" charset="0"/>
              </a:rPr>
              <a:t>Service receives message</a:t>
            </a:r>
          </a:p>
          <a:p>
            <a:pPr lvl="1" eaLnBrk="1" hangingPunct="1">
              <a:spcBef>
                <a:spcPct val="0"/>
              </a:spcBef>
            </a:pPr>
            <a:r>
              <a:rPr lang="en-US" altLang="ko-KR" sz="1800" dirty="0">
                <a:latin typeface="Gill Sans MT" panose="020B0502020104020203" pitchFamily="34" charset="0"/>
              </a:rPr>
              <a:t>Suspended if no message is present</a:t>
            </a:r>
          </a:p>
          <a:p>
            <a:pPr lvl="1" eaLnBrk="1" hangingPunct="1">
              <a:spcBef>
                <a:spcPct val="0"/>
              </a:spcBef>
            </a:pPr>
            <a:r>
              <a:rPr lang="en-US" altLang="ko-KR" sz="1800" dirty="0">
                <a:latin typeface="Gill Sans MT" panose="020B0502020104020203" pitchFamily="34" charset="0"/>
              </a:rPr>
              <a:t>Activated when message arrives</a:t>
            </a:r>
          </a:p>
          <a:p>
            <a:pPr lvl="1" eaLnBrk="1" hangingPunct="1">
              <a:spcBef>
                <a:spcPct val="0"/>
              </a:spcBef>
            </a:pPr>
            <a:r>
              <a:rPr lang="en-US" altLang="ko-KR" sz="1800" dirty="0">
                <a:latin typeface="Gill Sans MT" panose="020B0502020104020203" pitchFamily="34" charset="0"/>
              </a:rPr>
              <a:t>Generates and sends reply</a:t>
            </a:r>
          </a:p>
          <a:p>
            <a:pPr lvl="1" eaLnBrk="1" hangingPunct="1">
              <a:spcBef>
                <a:spcPct val="0"/>
              </a:spcBef>
            </a:pPr>
            <a:endParaRPr lang="en-US" altLang="ko-KR" sz="1800" dirty="0">
              <a:latin typeface="Gill Sans MT" panose="020B0502020104020203" pitchFamily="34" charset="0"/>
            </a:endParaRPr>
          </a:p>
          <a:p>
            <a:pPr eaLnBrk="1" hangingPunct="1">
              <a:spcBef>
                <a:spcPct val="0"/>
              </a:spcBef>
            </a:pPr>
            <a:r>
              <a:rPr lang="en-US" altLang="ko-KR" sz="1800" dirty="0">
                <a:latin typeface="Gill Sans MT" panose="020B0502020104020203" pitchFamily="34" charset="0"/>
              </a:rPr>
              <a:t>• Client receives reply and continues</a:t>
            </a:r>
          </a:p>
        </p:txBody>
      </p:sp>
      <p:pic>
        <p:nvPicPr>
          <p:cNvPr id="4" name="그림 3"/>
          <p:cNvPicPr>
            <a:picLocks noChangeAspect="1"/>
          </p:cNvPicPr>
          <p:nvPr/>
        </p:nvPicPr>
        <p:blipFill rotWithShape="1">
          <a:blip r:embed="rId3"/>
          <a:srcRect l="4857" t="54933" r="22617" b="29445"/>
          <a:stretch/>
        </p:blipFill>
        <p:spPr>
          <a:xfrm>
            <a:off x="914400" y="4665663"/>
            <a:ext cx="7467600" cy="1447800"/>
          </a:xfrm>
          <a:prstGeom prst="rect">
            <a:avLst/>
          </a:prstGeom>
        </p:spPr>
      </p:pic>
      <p:pic>
        <p:nvPicPr>
          <p:cNvPr id="6" name="그림 5"/>
          <p:cNvPicPr>
            <a:picLocks noChangeAspect="1"/>
          </p:cNvPicPr>
          <p:nvPr/>
        </p:nvPicPr>
        <p:blipFill rotWithShape="1">
          <a:blip r:embed="rId4"/>
          <a:srcRect l="45000" t="55410" r="43548" b="23449"/>
          <a:stretch/>
        </p:blipFill>
        <p:spPr>
          <a:xfrm>
            <a:off x="2791661" y="5520611"/>
            <a:ext cx="3713077" cy="621427"/>
          </a:xfrm>
          <a:prstGeom prst="rect">
            <a:avLst/>
          </a:prstGeom>
        </p:spPr>
      </p:pic>
    </p:spTree>
    <p:extLst>
      <p:ext uri="{BB962C8B-B14F-4D97-AF65-F5344CB8AC3E}">
        <p14:creationId xmlns:p14="http://schemas.microsoft.com/office/powerpoint/2010/main" val="21366497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EBBD7BC7-86C6-4067-B924-7F3C624CF47C}"/>
              </a:ext>
            </a:extLst>
          </p:cNvPr>
          <p:cNvSpPr>
            <a:spLocks noGrp="1" noChangeArrowheads="1"/>
          </p:cNvSpPr>
          <p:nvPr>
            <p:ph type="title"/>
          </p:nvPr>
        </p:nvSpPr>
        <p:spPr>
          <a:xfrm>
            <a:off x="1525588" y="762000"/>
            <a:ext cx="7088187" cy="771525"/>
          </a:xfrm>
        </p:spPr>
        <p:txBody>
          <a:bodyPr/>
          <a:lstStyle/>
          <a:p>
            <a:pPr eaLnBrk="1" hangingPunct="1"/>
            <a:r>
              <a:rPr lang="en-US" altLang="ko-KR" sz="2800" b="1" dirty="0">
                <a:latin typeface="Gill Sans MT" panose="020B0502020104020203" pitchFamily="34" charset="0"/>
              </a:rPr>
              <a:t>Synchronous Message Communication with Reply - Two UML notations – either one can be used</a:t>
            </a:r>
          </a:p>
        </p:txBody>
      </p:sp>
      <p:sp>
        <p:nvSpPr>
          <p:cNvPr id="2" name="내용 개체 틀 1"/>
          <p:cNvSpPr>
            <a:spLocks noGrp="1"/>
          </p:cNvSpPr>
          <p:nvPr>
            <p:ph idx="1"/>
          </p:nvPr>
        </p:nvSpPr>
        <p:spPr/>
        <p:txBody>
          <a:bodyPr/>
          <a:lstStyle/>
          <a:p>
            <a:pPr eaLnBrk="1" hangingPunct="1">
              <a:spcBef>
                <a:spcPct val="0"/>
              </a:spcBef>
            </a:pPr>
            <a:endParaRPr lang="en-US" altLang="ko-KR" sz="1800" dirty="0">
              <a:latin typeface="Gill Sans MT" panose="020B0502020104020203" pitchFamily="34" charset="0"/>
            </a:endParaRPr>
          </a:p>
        </p:txBody>
      </p:sp>
      <p:pic>
        <p:nvPicPr>
          <p:cNvPr id="5" name="그림 4"/>
          <p:cNvPicPr>
            <a:picLocks noChangeAspect="1"/>
          </p:cNvPicPr>
          <p:nvPr/>
        </p:nvPicPr>
        <p:blipFill rotWithShape="1">
          <a:blip r:embed="rId3"/>
          <a:srcRect l="2450" t="17934" r="7591" b="34378"/>
          <a:stretch/>
        </p:blipFill>
        <p:spPr>
          <a:xfrm>
            <a:off x="533400" y="2359025"/>
            <a:ext cx="8284560" cy="3432176"/>
          </a:xfrm>
          <a:prstGeom prst="rect">
            <a:avLst/>
          </a:prstGeom>
        </p:spPr>
      </p:pic>
    </p:spTree>
    <p:extLst>
      <p:ext uri="{BB962C8B-B14F-4D97-AF65-F5344CB8AC3E}">
        <p14:creationId xmlns:p14="http://schemas.microsoft.com/office/powerpoint/2010/main" val="35915682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EBBD7BC7-86C6-4067-B924-7F3C624CF47C}"/>
              </a:ext>
            </a:extLst>
          </p:cNvPr>
          <p:cNvSpPr>
            <a:spLocks noGrp="1" noChangeArrowheads="1"/>
          </p:cNvSpPr>
          <p:nvPr>
            <p:ph type="title"/>
          </p:nvPr>
        </p:nvSpPr>
        <p:spPr>
          <a:xfrm>
            <a:off x="1525588" y="762000"/>
            <a:ext cx="7088187" cy="771525"/>
          </a:xfrm>
        </p:spPr>
        <p:txBody>
          <a:bodyPr/>
          <a:lstStyle/>
          <a:p>
            <a:pPr eaLnBrk="1" hangingPunct="1"/>
            <a:r>
              <a:rPr lang="en-US" altLang="ko-KR" sz="2800" b="1" dirty="0">
                <a:latin typeface="Gill Sans MT" panose="020B0502020104020203" pitchFamily="34" charset="0"/>
              </a:rPr>
              <a:t>Example of Synchronous Message Communication With Reply</a:t>
            </a:r>
          </a:p>
        </p:txBody>
      </p:sp>
      <p:sp>
        <p:nvSpPr>
          <p:cNvPr id="2" name="내용 개체 틀 1"/>
          <p:cNvSpPr>
            <a:spLocks noGrp="1"/>
          </p:cNvSpPr>
          <p:nvPr>
            <p:ph idx="1"/>
          </p:nvPr>
        </p:nvSpPr>
        <p:spPr/>
        <p:txBody>
          <a:bodyPr/>
          <a:lstStyle/>
          <a:p>
            <a:pPr eaLnBrk="1" hangingPunct="1">
              <a:spcBef>
                <a:spcPct val="0"/>
              </a:spcBef>
            </a:pPr>
            <a:endParaRPr lang="en-US" altLang="ko-KR" sz="1800" dirty="0">
              <a:latin typeface="Gill Sans MT" panose="020B0502020104020203" pitchFamily="34" charset="0"/>
            </a:endParaRPr>
          </a:p>
        </p:txBody>
      </p:sp>
      <p:pic>
        <p:nvPicPr>
          <p:cNvPr id="3" name="그림 2"/>
          <p:cNvPicPr>
            <a:picLocks noChangeAspect="1"/>
          </p:cNvPicPr>
          <p:nvPr/>
        </p:nvPicPr>
        <p:blipFill rotWithShape="1">
          <a:blip r:embed="rId3"/>
          <a:srcRect l="2450" t="37667" r="24940" b="5601"/>
          <a:stretch/>
        </p:blipFill>
        <p:spPr>
          <a:xfrm>
            <a:off x="1371600" y="2017713"/>
            <a:ext cx="6988313" cy="4267200"/>
          </a:xfrm>
          <a:prstGeom prst="rect">
            <a:avLst/>
          </a:prstGeom>
        </p:spPr>
      </p:pic>
    </p:spTree>
    <p:extLst>
      <p:ext uri="{BB962C8B-B14F-4D97-AF65-F5344CB8AC3E}">
        <p14:creationId xmlns:p14="http://schemas.microsoft.com/office/powerpoint/2010/main" val="26610149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EBBD7BC7-86C6-4067-B924-7F3C624CF47C}"/>
              </a:ext>
            </a:extLst>
          </p:cNvPr>
          <p:cNvSpPr>
            <a:spLocks noGrp="1" noChangeArrowheads="1"/>
          </p:cNvSpPr>
          <p:nvPr>
            <p:ph type="title"/>
          </p:nvPr>
        </p:nvSpPr>
        <p:spPr>
          <a:xfrm>
            <a:off x="1525588" y="762000"/>
            <a:ext cx="7088187" cy="771525"/>
          </a:xfrm>
        </p:spPr>
        <p:txBody>
          <a:bodyPr/>
          <a:lstStyle/>
          <a:p>
            <a:pPr eaLnBrk="1" hangingPunct="1"/>
            <a:r>
              <a:rPr lang="en-US" altLang="ko-KR" sz="2800" b="1" dirty="0">
                <a:latin typeface="Gill Sans MT" panose="020B0502020104020203" pitchFamily="34" charset="0"/>
              </a:rPr>
              <a:t>Design of Subsystem interfaces –high level communication diagram</a:t>
            </a:r>
            <a:br>
              <a:rPr lang="en-US" altLang="ko-KR" sz="2800" b="1" dirty="0">
                <a:latin typeface="Gill Sans MT" panose="020B0502020104020203" pitchFamily="34" charset="0"/>
              </a:rPr>
            </a:br>
            <a:r>
              <a:rPr lang="en-US" altLang="ko-KR" sz="2800" b="1" dirty="0">
                <a:latin typeface="Gill Sans MT" panose="020B0502020104020203" pitchFamily="34" charset="0"/>
              </a:rPr>
              <a:t>for Banking System</a:t>
            </a:r>
          </a:p>
        </p:txBody>
      </p:sp>
      <p:sp>
        <p:nvSpPr>
          <p:cNvPr id="2" name="내용 개체 틀 1"/>
          <p:cNvSpPr>
            <a:spLocks noGrp="1"/>
          </p:cNvSpPr>
          <p:nvPr>
            <p:ph idx="1"/>
          </p:nvPr>
        </p:nvSpPr>
        <p:spPr/>
        <p:txBody>
          <a:bodyPr/>
          <a:lstStyle/>
          <a:p>
            <a:pPr eaLnBrk="1" hangingPunct="1">
              <a:spcBef>
                <a:spcPct val="0"/>
              </a:spcBef>
            </a:pPr>
            <a:endParaRPr lang="en-US" altLang="ko-KR" sz="1800" dirty="0">
              <a:latin typeface="Gill Sans MT" panose="020B0502020104020203" pitchFamily="34" charset="0"/>
            </a:endParaRPr>
          </a:p>
        </p:txBody>
      </p:sp>
      <p:pic>
        <p:nvPicPr>
          <p:cNvPr id="4" name="그림 3"/>
          <p:cNvPicPr>
            <a:picLocks noChangeAspect="1"/>
          </p:cNvPicPr>
          <p:nvPr/>
        </p:nvPicPr>
        <p:blipFill rotWithShape="1">
          <a:blip r:embed="rId3"/>
          <a:srcRect l="6947" t="31912" r="26868" b="12179"/>
          <a:stretch/>
        </p:blipFill>
        <p:spPr>
          <a:xfrm>
            <a:off x="1182688" y="1998663"/>
            <a:ext cx="7115198" cy="4697412"/>
          </a:xfrm>
          <a:prstGeom prst="rect">
            <a:avLst/>
          </a:prstGeom>
        </p:spPr>
      </p:pic>
    </p:spTree>
    <p:extLst>
      <p:ext uri="{BB962C8B-B14F-4D97-AF65-F5344CB8AC3E}">
        <p14:creationId xmlns:p14="http://schemas.microsoft.com/office/powerpoint/2010/main" val="9689908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EBBD7BC7-86C6-4067-B924-7F3C624CF47C}"/>
              </a:ext>
            </a:extLst>
          </p:cNvPr>
          <p:cNvSpPr>
            <a:spLocks noGrp="1" noChangeArrowheads="1"/>
          </p:cNvSpPr>
          <p:nvPr>
            <p:ph type="title"/>
          </p:nvPr>
        </p:nvSpPr>
        <p:spPr>
          <a:xfrm>
            <a:off x="1525588" y="762000"/>
            <a:ext cx="7088187" cy="771525"/>
          </a:xfrm>
        </p:spPr>
        <p:txBody>
          <a:bodyPr/>
          <a:lstStyle/>
          <a:p>
            <a:pPr eaLnBrk="1" hangingPunct="1"/>
            <a:r>
              <a:rPr lang="en-US" altLang="ko-KR" sz="2800" b="1" dirty="0">
                <a:latin typeface="Gill Sans MT" panose="020B0502020104020203" pitchFamily="34" charset="0"/>
              </a:rPr>
              <a:t>Summary of phase 3</a:t>
            </a:r>
          </a:p>
        </p:txBody>
      </p:sp>
      <p:sp>
        <p:nvSpPr>
          <p:cNvPr id="2" name="내용 개체 틀 1"/>
          <p:cNvSpPr>
            <a:spLocks noGrp="1"/>
          </p:cNvSpPr>
          <p:nvPr>
            <p:ph idx="1"/>
          </p:nvPr>
        </p:nvSpPr>
        <p:spPr/>
        <p:txBody>
          <a:bodyPr/>
          <a:lstStyle/>
          <a:p>
            <a:pPr eaLnBrk="1" hangingPunct="1">
              <a:spcBef>
                <a:spcPct val="0"/>
              </a:spcBef>
            </a:pPr>
            <a:r>
              <a:rPr lang="en-US" altLang="ko-KR" sz="1800" dirty="0">
                <a:latin typeface="Gill Sans MT" panose="020B0502020104020203" pitchFamily="34" charset="0"/>
              </a:rPr>
              <a:t>Tasks</a:t>
            </a:r>
          </a:p>
          <a:p>
            <a:pPr lvl="1" eaLnBrk="1" hangingPunct="1">
              <a:spcBef>
                <a:spcPct val="0"/>
              </a:spcBef>
            </a:pPr>
            <a:r>
              <a:rPr lang="en-US" altLang="ko-KR" sz="1400" dirty="0">
                <a:latin typeface="Gill Sans MT" panose="020B0502020104020203" pitchFamily="34" charset="0"/>
              </a:rPr>
              <a:t>1. Start from integration of communication diagrams to one big communication diagram</a:t>
            </a:r>
          </a:p>
          <a:p>
            <a:pPr lvl="1" eaLnBrk="1" hangingPunct="1">
              <a:spcBef>
                <a:spcPct val="0"/>
              </a:spcBef>
            </a:pPr>
            <a:endParaRPr lang="en-US" altLang="ko-KR" sz="1400" dirty="0">
              <a:latin typeface="Gill Sans MT" panose="020B0502020104020203" pitchFamily="34" charset="0"/>
            </a:endParaRPr>
          </a:p>
          <a:p>
            <a:pPr lvl="1" eaLnBrk="1" hangingPunct="1">
              <a:spcBef>
                <a:spcPct val="0"/>
              </a:spcBef>
            </a:pPr>
            <a:r>
              <a:rPr lang="en-US" altLang="ko-KR" sz="1400" dirty="0">
                <a:latin typeface="Gill Sans MT" panose="020B0502020104020203" pitchFamily="34" charset="0"/>
              </a:rPr>
              <a:t>2. Group objects that performs similar functionality or depending on roles and create subsystem</a:t>
            </a:r>
          </a:p>
          <a:p>
            <a:pPr lvl="2" eaLnBrk="1" hangingPunct="1">
              <a:spcBef>
                <a:spcPct val="0"/>
              </a:spcBef>
            </a:pPr>
            <a:r>
              <a:rPr lang="en-US" altLang="ko-KR" sz="1400" dirty="0">
                <a:latin typeface="Gill Sans MT" panose="020B0502020104020203" pitchFamily="34" charset="0"/>
              </a:rPr>
              <a:t>For each subsystem show what objects are inside the subsystem and how they are connected</a:t>
            </a:r>
          </a:p>
          <a:p>
            <a:pPr lvl="2" eaLnBrk="1" hangingPunct="1">
              <a:spcBef>
                <a:spcPct val="0"/>
              </a:spcBef>
            </a:pPr>
            <a:endParaRPr lang="en-US" altLang="ko-KR" sz="1400" dirty="0">
              <a:latin typeface="Gill Sans MT" panose="020B0502020104020203" pitchFamily="34" charset="0"/>
            </a:endParaRPr>
          </a:p>
          <a:p>
            <a:pPr lvl="1" eaLnBrk="1" hangingPunct="1">
              <a:spcBef>
                <a:spcPct val="0"/>
              </a:spcBef>
            </a:pPr>
            <a:r>
              <a:rPr lang="en-US" altLang="ko-KR" sz="1400" dirty="0">
                <a:latin typeface="Gill Sans MT" panose="020B0502020104020203" pitchFamily="34" charset="0"/>
              </a:rPr>
              <a:t>3. Re define instruction on edges on integrated communication diagram as they are merged.</a:t>
            </a:r>
          </a:p>
          <a:p>
            <a:pPr lvl="1" eaLnBrk="1" hangingPunct="1">
              <a:spcBef>
                <a:spcPct val="0"/>
              </a:spcBef>
            </a:pPr>
            <a:endParaRPr lang="en-US" altLang="ko-KR" sz="1400" dirty="0">
              <a:latin typeface="Gill Sans MT" panose="020B0502020104020203" pitchFamily="34" charset="0"/>
            </a:endParaRPr>
          </a:p>
          <a:p>
            <a:pPr lvl="1" eaLnBrk="1" hangingPunct="1">
              <a:spcBef>
                <a:spcPct val="0"/>
              </a:spcBef>
            </a:pPr>
            <a:r>
              <a:rPr lang="en-US" altLang="ko-KR" sz="1400" dirty="0">
                <a:latin typeface="Gill Sans MT" panose="020B0502020104020203" pitchFamily="34" charset="0"/>
              </a:rPr>
              <a:t>4. Create higher level communication diagram using subsystems and regular objects (not included in </a:t>
            </a:r>
            <a:r>
              <a:rPr lang="en-US" altLang="ko-KR" sz="1400" dirty="0" err="1">
                <a:latin typeface="Gill Sans MT" panose="020B0502020104020203" pitchFamily="34" charset="0"/>
              </a:rPr>
              <a:t>subsytems</a:t>
            </a:r>
            <a:r>
              <a:rPr lang="en-US" altLang="ko-KR" sz="1400" dirty="0">
                <a:latin typeface="Gill Sans MT" panose="020B0502020104020203" pitchFamily="34" charset="0"/>
              </a:rPr>
              <a:t>)</a:t>
            </a:r>
          </a:p>
          <a:p>
            <a:pPr lvl="1" eaLnBrk="1" hangingPunct="1">
              <a:spcBef>
                <a:spcPct val="0"/>
              </a:spcBef>
            </a:pPr>
            <a:endParaRPr lang="en-US" altLang="ko-KR" sz="1400" dirty="0">
              <a:latin typeface="Gill Sans MT" panose="020B0502020104020203" pitchFamily="34" charset="0"/>
            </a:endParaRPr>
          </a:p>
          <a:p>
            <a:pPr lvl="2" eaLnBrk="1" hangingPunct="1">
              <a:spcBef>
                <a:spcPct val="0"/>
              </a:spcBef>
            </a:pPr>
            <a:endParaRPr lang="en-US" altLang="ko-KR" sz="1000" dirty="0">
              <a:latin typeface="Gill Sans MT" panose="020B0502020104020203" pitchFamily="34" charset="0"/>
            </a:endParaRPr>
          </a:p>
        </p:txBody>
      </p:sp>
    </p:spTree>
    <p:extLst>
      <p:ext uri="{BB962C8B-B14F-4D97-AF65-F5344CB8AC3E}">
        <p14:creationId xmlns:p14="http://schemas.microsoft.com/office/powerpoint/2010/main" val="2600930935"/>
      </p:ext>
    </p:extLst>
  </p:cSld>
  <p:clrMapOvr>
    <a:masterClrMapping/>
  </p:clrMapOvr>
</p:sld>
</file>

<file path=ppt/theme/theme1.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imes New Roman"/>
        <a:ea typeface="굴림"/>
        <a:cs typeface=""/>
      </a:majorFont>
      <a:minorFont>
        <a:latin typeface="Times New Roman"/>
        <a:ea typeface="굴림"/>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ea typeface="굴림" panose="020B0600000101010101" pitchFamily="50" charset="-127"/>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ea typeface="굴림" panose="020B0600000101010101" pitchFamily="50" charset="-127"/>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61107</TotalTime>
  <Words>942</Words>
  <Application>Microsoft Macintosh PowerPoint</Application>
  <PresentationFormat>On-screen Show (4:3)</PresentationFormat>
  <Paragraphs>169</Paragraphs>
  <Slides>28</Slides>
  <Notes>28</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28</vt:i4>
      </vt:variant>
    </vt:vector>
  </HeadingPairs>
  <TitlesOfParts>
    <vt:vector size="40" baseType="lpstr">
      <vt:lpstr>Arial</vt:lpstr>
      <vt:lpstr>Calibri</vt:lpstr>
      <vt:lpstr>gall sant</vt:lpstr>
      <vt:lpstr>Gill Sans MT</vt:lpstr>
      <vt:lpstr>Lucida Grande</vt:lpstr>
      <vt:lpstr>Symbol</vt:lpstr>
      <vt:lpstr>Tahoma</vt:lpstr>
      <vt:lpstr>Times New Roman</vt:lpstr>
      <vt:lpstr>Verdana</vt:lpstr>
      <vt:lpstr>Wingdings</vt:lpstr>
      <vt:lpstr>Blends</vt:lpstr>
      <vt:lpstr>Custom Design</vt:lpstr>
      <vt:lpstr>Architectural Design </vt:lpstr>
      <vt:lpstr>Software Architecture</vt:lpstr>
      <vt:lpstr>Transition from Analysis to Design: Develop initial software architecture (high level design)</vt:lpstr>
      <vt:lpstr>Transition from Analysis to Design: Integration of Communication Diagrams</vt:lpstr>
      <vt:lpstr>Characteristics of Integrated Communication Diagram – ATM Client</vt:lpstr>
      <vt:lpstr>Design of Client/Server Systems</vt:lpstr>
      <vt:lpstr>Example of Integration of communication Diagrams - Banking System</vt:lpstr>
      <vt:lpstr>Communication diagram: ATM Client – Validate PIN use case – Valid Pin</vt:lpstr>
      <vt:lpstr>Communication diagram: ATM Client – Withdraw Funds use case</vt:lpstr>
      <vt:lpstr>Integrated communication diagram for ATM Client subsystem</vt:lpstr>
      <vt:lpstr>Integrated communication diagram for ATM Client subsystem</vt:lpstr>
      <vt:lpstr>Example of Integration of communication Diagrams - Banking System</vt:lpstr>
      <vt:lpstr>Coordinator object</vt:lpstr>
      <vt:lpstr>Integrated communication diagram for Banking Service subsystem - Start with PIN Validation Transaction Manager</vt:lpstr>
      <vt:lpstr>Integrated communication diagram for Banking Service subsystem – Add Withdrawal Transaction Manager</vt:lpstr>
      <vt:lpstr>Integrated communication diagram for Banking Service subsystem – Add Query Transaction Manager</vt:lpstr>
      <vt:lpstr>Integrated communication diagram for Banking Service subsystem – Add Transfer Transaction Manager</vt:lpstr>
      <vt:lpstr>Integrated communication diagram for Banking Service subsystem</vt:lpstr>
      <vt:lpstr>Subsystem design – high level communication diagram for Banking System</vt:lpstr>
      <vt:lpstr>Subsystem Structuring Criteria</vt:lpstr>
      <vt:lpstr>Design Distributed Subsystem Interfaces</vt:lpstr>
      <vt:lpstr>UML notation for messages</vt:lpstr>
      <vt:lpstr>Asynchronous Message Communication (Loosely Coupled)</vt:lpstr>
      <vt:lpstr>Synchronous Message Communication with Reply (Tightly Coupled)</vt:lpstr>
      <vt:lpstr>Synchronous Message Communication with Reply - Two UML notations – either one can be used</vt:lpstr>
      <vt:lpstr>Example of Synchronous Message Communication With Reply</vt:lpstr>
      <vt:lpstr>Design of Subsystem interfaces –high level communication diagram for Banking System</vt:lpstr>
      <vt:lpstr>Summary of phase 3</vt:lpstr>
    </vt:vector>
  </TitlesOfParts>
  <Company>Troy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CS4454LECT1</dc:title>
  <dc:creator>bjung@troy.edu</dc:creator>
  <cp:lastModifiedBy>Meghkumar Hasmukhbai Patel</cp:lastModifiedBy>
  <cp:revision>2243</cp:revision>
  <cp:lastPrinted>2017-08-29T15:55:19Z</cp:lastPrinted>
  <dcterms:created xsi:type="dcterms:W3CDTF">1999-12-12T05:47:40Z</dcterms:created>
  <dcterms:modified xsi:type="dcterms:W3CDTF">2025-10-08T19:23:28Z</dcterms:modified>
</cp:coreProperties>
</file>