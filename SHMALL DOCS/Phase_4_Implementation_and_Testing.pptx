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9" r:id="rId1"/>
    <p:sldMasterId id="2147484066" r:id="rId2"/>
  </p:sldMasterIdLst>
  <p:notesMasterIdLst>
    <p:notesMasterId r:id="rId9"/>
  </p:notesMasterIdLst>
  <p:handoutMasterIdLst>
    <p:handoutMasterId r:id="rId10"/>
  </p:handoutMasterIdLst>
  <p:sldIdLst>
    <p:sldId id="256" r:id="rId3"/>
    <p:sldId id="384" r:id="rId4"/>
    <p:sldId id="386" r:id="rId5"/>
    <p:sldId id="387" r:id="rId6"/>
    <p:sldId id="388" r:id="rId7"/>
    <p:sldId id="389" r:id="rId8"/>
  </p:sldIdLst>
  <p:sldSz cx="9144000" cy="6858000" type="screen4x3"/>
  <p:notesSz cx="6797675" cy="9926638"/>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5pPr>
    <a:lvl6pPr marL="22860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6pPr>
    <a:lvl7pPr marL="27432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7pPr>
    <a:lvl8pPr marL="32004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8pPr>
    <a:lvl9pPr marL="36576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66FF33"/>
    <a:srgbClr val="FFCC66"/>
    <a:srgbClr val="FFCCFF"/>
    <a:srgbClr val="9900CC"/>
    <a:srgbClr val="006600"/>
    <a:srgbClr val="FFFF66"/>
    <a:srgbClr val="77EE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55" autoAdjust="0"/>
    <p:restoredTop sz="85813" autoAdjust="0"/>
  </p:normalViewPr>
  <p:slideViewPr>
    <p:cSldViewPr showGuides="1">
      <p:cViewPr varScale="1">
        <p:scale>
          <a:sx n="97" d="100"/>
          <a:sy n="97" d="100"/>
        </p:scale>
        <p:origin x="1602" y="78"/>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612"/>
    </p:cViewPr>
  </p:sorterViewPr>
  <p:notesViewPr>
    <p:cSldViewPr showGuides="1">
      <p:cViewPr varScale="1">
        <p:scale>
          <a:sx n="53" d="100"/>
          <a:sy n="53" d="100"/>
        </p:scale>
        <p:origin x="3150"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57883A2B-1520-4660-BF58-16B187C346B2}"/>
              </a:ext>
            </a:extLst>
          </p:cNvPr>
          <p:cNvSpPr>
            <a:spLocks noGrp="1" noRot="1" noChangeAspect="1" noChangeArrowheads="1" noTextEdit="1"/>
          </p:cNvSpPr>
          <p:nvPr>
            <p:ph type="sldImg" idx="2"/>
          </p:nvPr>
        </p:nvSpPr>
        <p:spPr bwMode="auto">
          <a:xfrm>
            <a:off x="917575" y="746125"/>
            <a:ext cx="4962525" cy="37226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6197" name="Rectangle 5">
            <a:extLst>
              <a:ext uri="{FF2B5EF4-FFF2-40B4-BE49-F238E27FC236}">
                <a16:creationId xmlns:a16="http://schemas.microsoft.com/office/drawing/2014/main" id="{A35F5504-76A1-4FCF-80B3-5E549EFB8E65}"/>
              </a:ext>
            </a:extLst>
          </p:cNvPr>
          <p:cNvSpPr>
            <a:spLocks noGrp="1" noChangeArrowheads="1"/>
          </p:cNvSpPr>
          <p:nvPr>
            <p:ph type="body" sz="quarter" idx="3"/>
          </p:nvPr>
        </p:nvSpPr>
        <p:spPr bwMode="auto">
          <a:xfrm>
            <a:off x="905125" y="4715832"/>
            <a:ext cx="4987425" cy="4464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09" tIns="46855" rIns="93709" bIns="46855" numCol="1" anchor="t" anchorCtr="0" compatLnSpc="1">
            <a:prstTxWarp prst="textNoShape">
              <a:avLst/>
            </a:prstTxWarp>
          </a:bodyPr>
          <a:lstStyle/>
          <a:p>
            <a:pPr lvl="0"/>
            <a:endParaRPr lang="en-US" altLang="ko-KR" noProof="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Verdana" panose="020B0604030504040204" pitchFamily="34" charset="0"/>
        <a:ea typeface="굴림" panose="020B0600000101010101" pitchFamily="50" charset="-127"/>
        <a:cs typeface="+mn-cs"/>
      </a:defRPr>
    </a:lvl1pPr>
    <a:lvl2pPr marL="742950" indent="-28575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2pPr>
    <a:lvl3pPr marL="1143000" indent="-22860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3pPr>
    <a:lvl4pPr marL="1600200" indent="-22860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4pPr>
    <a:lvl5pPr marL="2057400" indent="-22860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10DF882-1141-412B-A619-6D40D7D4DE74}"/>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6249A60D-F3D9-4C03-880C-16BA85A95F35}"/>
              </a:ext>
            </a:extLst>
          </p:cNvPr>
          <p:cNvSpPr>
            <a:spLocks noGrp="1" noChangeArrowheads="1"/>
          </p:cNvSpPr>
          <p:nvPr>
            <p:ph type="body" idx="1"/>
          </p:nvPr>
        </p:nvSpPr>
        <p:spPr>
          <a:noFill/>
        </p:spPr>
        <p:txBody>
          <a:bodyPr/>
          <a:lstStyle/>
          <a:p>
            <a:endParaRPr lang="en-US" altLang="ko-K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429148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609688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795019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158025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4205192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D5BA0025-300A-4296-9B33-0FAD6E3D1282}"/>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1C873EC7-72A1-4952-AC2D-5215A402335B}"/>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5EE46240-023B-4F73-BD9C-1C9A08A95667}"/>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13" name="Rectangle 5">
                <a:extLst>
                  <a:ext uri="{FF2B5EF4-FFF2-40B4-BE49-F238E27FC236}">
                    <a16:creationId xmlns:a16="http://schemas.microsoft.com/office/drawing/2014/main" id="{38873417-0285-4B62-9052-C886D60376B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grpSp>
        <p:grpSp>
          <p:nvGrpSpPr>
            <p:cNvPr id="6" name="Group 6">
              <a:extLst>
                <a:ext uri="{FF2B5EF4-FFF2-40B4-BE49-F238E27FC236}">
                  <a16:creationId xmlns:a16="http://schemas.microsoft.com/office/drawing/2014/main" id="{DDD712B7-2A52-4ECE-BADB-D47394FAAA2C}"/>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6B3E4A82-4BE0-40BE-BFF3-DC22DCB09823}"/>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11" name="Rectangle 8">
                <a:extLst>
                  <a:ext uri="{FF2B5EF4-FFF2-40B4-BE49-F238E27FC236}">
                    <a16:creationId xmlns:a16="http://schemas.microsoft.com/office/drawing/2014/main" id="{B05B78DC-ADA5-42D0-ABA5-816FD0522FC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grpSp>
        <p:sp>
          <p:nvSpPr>
            <p:cNvPr id="7" name="Rectangle 9">
              <a:extLst>
                <a:ext uri="{FF2B5EF4-FFF2-40B4-BE49-F238E27FC236}">
                  <a16:creationId xmlns:a16="http://schemas.microsoft.com/office/drawing/2014/main" id="{25309989-A2AC-425F-A9A0-F5C70130ADD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8" name="Rectangle 10">
              <a:extLst>
                <a:ext uri="{FF2B5EF4-FFF2-40B4-BE49-F238E27FC236}">
                  <a16:creationId xmlns:a16="http://schemas.microsoft.com/office/drawing/2014/main" id="{4FF6FA5A-D0A7-476B-B3B1-C20102A8A40E}"/>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9" name="Rectangle 11">
              <a:extLst>
                <a:ext uri="{FF2B5EF4-FFF2-40B4-BE49-F238E27FC236}">
                  <a16:creationId xmlns:a16="http://schemas.microsoft.com/office/drawing/2014/main" id="{C04BFCD1-0F31-4539-98E5-84ACF78D4E8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grpSp>
      <p:sp>
        <p:nvSpPr>
          <p:cNvPr id="1242124" name="Rectangle 12"/>
          <p:cNvSpPr>
            <a:spLocks noGrp="1" noChangeArrowheads="1"/>
          </p:cNvSpPr>
          <p:nvPr>
            <p:ph type="ctrTitle"/>
          </p:nvPr>
        </p:nvSpPr>
        <p:spPr>
          <a:xfrm>
            <a:off x="990600" y="1828800"/>
            <a:ext cx="7772400" cy="1143000"/>
          </a:xfrm>
        </p:spPr>
        <p:txBody>
          <a:bodyPr/>
          <a:lstStyle>
            <a:lvl1pPr>
              <a:defRPr/>
            </a:lvl1pPr>
          </a:lstStyle>
          <a:p>
            <a:pPr lvl="0"/>
            <a:r>
              <a:rPr lang="en-US" altLang="ko-KR" noProof="0"/>
              <a:t>Click to edit Master title style</a:t>
            </a:r>
          </a:p>
        </p:txBody>
      </p:sp>
      <p:sp>
        <p:nvSpPr>
          <p:cNvPr id="124212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ko-KR" noProof="0"/>
              <a:t>Click to edit Master subtitle style</a:t>
            </a:r>
          </a:p>
        </p:txBody>
      </p:sp>
    </p:spTree>
    <p:extLst>
      <p:ext uri="{BB962C8B-B14F-4D97-AF65-F5344CB8AC3E}">
        <p14:creationId xmlns:p14="http://schemas.microsoft.com/office/powerpoint/2010/main" val="362320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6066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060916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3468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6064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7312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1488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78309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570318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7875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8"/>
            <a:ext cx="1951038"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617538"/>
            <a:ext cx="5700712"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5843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150938" y="617538"/>
            <a:ext cx="7804150" cy="5514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3839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2"/>
          <p:cNvSpPr>
            <a:spLocks noGrp="1" noChangeArrowheads="1"/>
          </p:cNvSpPr>
          <p:nvPr>
            <p:ph type="ctrTitle"/>
          </p:nvPr>
        </p:nvSpPr>
        <p:spPr>
          <a:xfrm>
            <a:off x="614363" y="-42863"/>
            <a:ext cx="7513637" cy="1143001"/>
          </a:xfrm>
        </p:spPr>
        <p:txBody>
          <a:bodyPr/>
          <a:lstStyle>
            <a:lvl1pPr>
              <a:lnSpc>
                <a:spcPct val="120000"/>
              </a:lnSpc>
              <a:spcAft>
                <a:spcPct val="20000"/>
              </a:spcAft>
              <a:defRPr/>
            </a:lvl1pPr>
          </a:lstStyle>
          <a:p>
            <a:pPr lvl="0"/>
            <a:r>
              <a:rPr lang="en-US" noProof="0" dirty="0"/>
              <a:t>Click to edit Master title style</a:t>
            </a:r>
          </a:p>
        </p:txBody>
      </p:sp>
      <p:sp>
        <p:nvSpPr>
          <p:cNvPr id="8" name="Rectangle 3"/>
          <p:cNvSpPr>
            <a:spLocks noGrp="1" noChangeArrowheads="1"/>
          </p:cNvSpPr>
          <p:nvPr>
            <p:ph type="subTitle" idx="1"/>
          </p:nvPr>
        </p:nvSpPr>
        <p:spPr>
          <a:xfrm>
            <a:off x="566738" y="3076575"/>
            <a:ext cx="6400800" cy="1752600"/>
          </a:xfrm>
        </p:spPr>
        <p:txBody>
          <a:bodyPr/>
          <a:lstStyle>
            <a:lvl1pPr>
              <a:spcBef>
                <a:spcPct val="0"/>
              </a:spcBef>
              <a:spcAft>
                <a:spcPct val="0"/>
              </a:spcAft>
              <a:defRPr sz="3600"/>
            </a:lvl1pPr>
          </a:lstStyle>
          <a:p>
            <a:pPr lvl="0"/>
            <a:r>
              <a:rPr lang="en-US" noProof="0" dirty="0"/>
              <a:t>Click to edit Master subtitle style</a:t>
            </a:r>
          </a:p>
        </p:txBody>
      </p:sp>
      <p:pic>
        <p:nvPicPr>
          <p:cNvPr id="5" name="Picture 4" descr="TTUS SEAL Bline.eps"/>
          <p:cNvPicPr>
            <a:picLocks noChangeAspect="1"/>
          </p:cNvPicPr>
          <p:nvPr userDrawn="1"/>
        </p:nvPicPr>
        <p:blipFill>
          <a:blip r:embed="rId2">
            <a:alphaModFix amt="13000"/>
            <a:extLst>
              <a:ext uri="{28A0092B-C50C-407E-A947-70E740481C1C}">
                <a14:useLocalDpi xmlns:a14="http://schemas.microsoft.com/office/drawing/2010/main" val="0"/>
              </a:ext>
            </a:extLst>
          </a:blip>
          <a:stretch>
            <a:fillRect/>
          </a:stretch>
        </p:blipFill>
        <p:spPr>
          <a:xfrm>
            <a:off x="4876133" y="1715449"/>
            <a:ext cx="4685806" cy="4685806"/>
          </a:xfrm>
          <a:prstGeom prst="rect">
            <a:avLst/>
          </a:prstGeom>
        </p:spPr>
      </p:pic>
      <p:sp>
        <p:nvSpPr>
          <p:cNvPr id="2" name="슬라이드 번호 개체 틀 1">
            <a:extLst>
              <a:ext uri="{FF2B5EF4-FFF2-40B4-BE49-F238E27FC236}">
                <a16:creationId xmlns:a16="http://schemas.microsoft.com/office/drawing/2014/main" id="{85DCAB04-5C8A-4A3E-BB23-CD70712956F3}"/>
              </a:ext>
            </a:extLst>
          </p:cNvPr>
          <p:cNvSpPr>
            <a:spLocks noGrp="1"/>
          </p:cNvSpPr>
          <p:nvPr>
            <p:ph type="sldNum" sz="quarter" idx="10"/>
          </p:nvPr>
        </p:nvSpPr>
        <p:spPr/>
        <p:txBody>
          <a:body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4262742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614363" y="-25400"/>
            <a:ext cx="7515225" cy="1143000"/>
          </a:xfrm>
        </p:spPr>
        <p:txBody>
          <a:bodyPr/>
          <a:lstStyle/>
          <a:p>
            <a:r>
              <a:rPr lang="en-US"/>
              <a:t>Click to edit Master title style</a:t>
            </a:r>
          </a:p>
        </p:txBody>
      </p:sp>
      <p:sp>
        <p:nvSpPr>
          <p:cNvPr id="8" name="Content Placeholder 2"/>
          <p:cNvSpPr>
            <a:spLocks noGrp="1"/>
          </p:cNvSpPr>
          <p:nvPr>
            <p:ph idx="1"/>
          </p:nvPr>
        </p:nvSpPr>
        <p:spPr>
          <a:xfrm>
            <a:off x="569913" y="2130425"/>
            <a:ext cx="8229600" cy="4525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슬라이드 번호 개체 틀 1">
            <a:extLst>
              <a:ext uri="{FF2B5EF4-FFF2-40B4-BE49-F238E27FC236}">
                <a16:creationId xmlns:a16="http://schemas.microsoft.com/office/drawing/2014/main" id="{426F1EC9-4C3F-4BF9-AAB6-D333F121261C}"/>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2264533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solidFill>
                  <a:schemeClr val="tx1"/>
                </a:solidFill>
              </a:defRPr>
            </a:lvl1pPr>
          </a:lstStyle>
          <a:p>
            <a:r>
              <a:rPr lang="en-US" dirty="0"/>
              <a:t>Click to edit Master title style</a:t>
            </a:r>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extLst>
      <p:ext uri="{BB962C8B-B14F-4D97-AF65-F5344CB8AC3E}">
        <p14:creationId xmlns:p14="http://schemas.microsoft.com/office/powerpoint/2010/main" val="6409767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614363" y="-25400"/>
            <a:ext cx="7515225" cy="1143000"/>
          </a:xfrm>
        </p:spPr>
        <p:txBody>
          <a:bodyPr/>
          <a:lstStyle/>
          <a:p>
            <a:r>
              <a:rPr lang="en-US" dirty="0"/>
              <a:t>Click to edit Master title style</a:t>
            </a:r>
          </a:p>
        </p:txBody>
      </p:sp>
      <p:sp>
        <p:nvSpPr>
          <p:cNvPr id="9" name="Content Placeholder 2"/>
          <p:cNvSpPr>
            <a:spLocks noGrp="1"/>
          </p:cNvSpPr>
          <p:nvPr>
            <p:ph sz="half" idx="1"/>
          </p:nvPr>
        </p:nvSpPr>
        <p:spPr>
          <a:xfrm>
            <a:off x="569913" y="213042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p:cNvSpPr>
            <a:spLocks noGrp="1"/>
          </p:cNvSpPr>
          <p:nvPr>
            <p:ph sz="half" idx="2"/>
          </p:nvPr>
        </p:nvSpPr>
        <p:spPr>
          <a:xfrm>
            <a:off x="4760913" y="213042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408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11"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26982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1"/>
          <p:cNvSpPr>
            <a:spLocks noGrp="1"/>
          </p:cNvSpPr>
          <p:nvPr>
            <p:ph type="title"/>
          </p:nvPr>
        </p:nvSpPr>
        <p:spPr>
          <a:xfrm>
            <a:off x="614363" y="-25400"/>
            <a:ext cx="7515225" cy="1143000"/>
          </a:xfrm>
        </p:spPr>
        <p:txBody>
          <a:bodyPr/>
          <a:lstStyle/>
          <a:p>
            <a:r>
              <a:rPr lang="en-US" dirty="0"/>
              <a:t>Click to edit Master title style</a:t>
            </a:r>
          </a:p>
        </p:txBody>
      </p:sp>
      <p:sp>
        <p:nvSpPr>
          <p:cNvPr id="3" name="슬라이드 번호 개체 틀 1">
            <a:extLst>
              <a:ext uri="{FF2B5EF4-FFF2-40B4-BE49-F238E27FC236}">
                <a16:creationId xmlns:a16="http://schemas.microsoft.com/office/drawing/2014/main" id="{1E1E2D3B-FB16-4B5C-942F-8B627412B061}"/>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17307164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1E098698-F311-4B17-9D78-9A01BD0E2E40}"/>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20731359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ea typeface="ＭＳ Ｐゴシック" charset="0"/>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3E69A746-9A82-44B6-86BF-706BDDCB7A60}" type="slidenum">
              <a:rPr lang="en-US"/>
              <a:pPr/>
              <a:t>‹#›</a:t>
            </a:fld>
            <a:endParaRPr lang="en-US"/>
          </a:p>
        </p:txBody>
      </p:sp>
    </p:spTree>
    <p:extLst>
      <p:ext uri="{BB962C8B-B14F-4D97-AF65-F5344CB8AC3E}">
        <p14:creationId xmlns:p14="http://schemas.microsoft.com/office/powerpoint/2010/main" val="646984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Title 1"/>
          <p:cNvSpPr>
            <a:spLocks noGrp="1"/>
          </p:cNvSpPr>
          <p:nvPr>
            <p:ph type="title"/>
          </p:nvPr>
        </p:nvSpPr>
        <p:spPr>
          <a:xfrm>
            <a:off x="1792288" y="4800600"/>
            <a:ext cx="5486400" cy="566738"/>
          </a:xfrm>
        </p:spPr>
        <p:txBody>
          <a:bodyPr anchor="b"/>
          <a:lstStyle>
            <a:lvl1pPr algn="l">
              <a:defRPr sz="2000" b="1">
                <a:solidFill>
                  <a:srgbClr val="000000"/>
                </a:solidFill>
              </a:defRPr>
            </a:lvl1pPr>
          </a:lstStyle>
          <a:p>
            <a:r>
              <a:rPr lang="en-US" dirty="0"/>
              <a:t>Click to edit Master title style</a:t>
            </a:r>
          </a:p>
        </p:txBody>
      </p:sp>
      <p:sp>
        <p:nvSpPr>
          <p:cNvPr id="12"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3"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890235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614363" y="-25400"/>
            <a:ext cx="7515225" cy="1143000"/>
          </a:xfrm>
        </p:spPr>
        <p:txBody>
          <a:bodyPr/>
          <a:lstStyle/>
          <a:p>
            <a:r>
              <a:rPr lang="en-US"/>
              <a:t>Click to edit Master title style</a:t>
            </a:r>
          </a:p>
        </p:txBody>
      </p:sp>
      <p:sp>
        <p:nvSpPr>
          <p:cNvPr id="8" name="Vertical Text Placeholder 2"/>
          <p:cNvSpPr>
            <a:spLocks noGrp="1"/>
          </p:cNvSpPr>
          <p:nvPr>
            <p:ph type="body" orient="vert" idx="1"/>
          </p:nvPr>
        </p:nvSpPr>
        <p:spPr>
          <a:xfrm>
            <a:off x="569913" y="2130425"/>
            <a:ext cx="8229600" cy="4525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85587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7" name="Vertical Title 1"/>
          <p:cNvSpPr>
            <a:spLocks noGrp="1"/>
          </p:cNvSpPr>
          <p:nvPr>
            <p:ph type="title" orient="vert"/>
          </p:nvPr>
        </p:nvSpPr>
        <p:spPr>
          <a:xfrm>
            <a:off x="6742113" y="-25400"/>
            <a:ext cx="2057400" cy="6681788"/>
          </a:xfrm>
        </p:spPr>
        <p:txBody>
          <a:bodyPr vert="eaVert"/>
          <a:lstStyle/>
          <a:p>
            <a:r>
              <a:rPr lang="en-US"/>
              <a:t>Click to edit Master title style</a:t>
            </a:r>
          </a:p>
        </p:txBody>
      </p:sp>
      <p:sp>
        <p:nvSpPr>
          <p:cNvPr id="8" name="Vertical Text Placeholder 2"/>
          <p:cNvSpPr>
            <a:spLocks noGrp="1"/>
          </p:cNvSpPr>
          <p:nvPr>
            <p:ph type="body" orient="vert" idx="1"/>
          </p:nvPr>
        </p:nvSpPr>
        <p:spPr>
          <a:xfrm>
            <a:off x="569913" y="-25400"/>
            <a:ext cx="6019800" cy="6681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2353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i="0">
                <a:latin typeface="Gill Sans MT" panose="020B0502020104020203" pitchFamily="34" charset="0"/>
              </a:defRPr>
            </a:lvl1pPr>
            <a:lvl2pPr>
              <a:defRPr sz="1800" i="0">
                <a:latin typeface="Gill Sans MT" panose="020B0502020104020203" pitchFamily="34" charset="0"/>
              </a:defRPr>
            </a:lvl2pPr>
            <a:lvl3pPr>
              <a:defRPr sz="1800" i="0">
                <a:latin typeface="Gill Sans MT" panose="020B0502020104020203" pitchFamily="34" charset="0"/>
              </a:defRPr>
            </a:lvl3pPr>
            <a:lvl4pPr>
              <a:defRPr sz="1800" i="0">
                <a:latin typeface="Gill Sans MT" panose="020B0502020104020203" pitchFamily="34" charset="0"/>
              </a:defRPr>
            </a:lvl4pPr>
            <a:lvl5pPr>
              <a:defRPr sz="1800" i="0">
                <a:latin typeface="Gill Sans MT" panose="020B05020201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a:extLst>
              <a:ext uri="{FF2B5EF4-FFF2-40B4-BE49-F238E27FC236}">
                <a16:creationId xmlns:a16="http://schemas.microsoft.com/office/drawing/2014/main" id="{DB8C50AB-BD10-483A-ADBB-6F432C40BBEF}"/>
              </a:ext>
            </a:extLst>
          </p:cNvPr>
          <p:cNvSpPr>
            <a:spLocks noGrp="1"/>
          </p:cNvSpPr>
          <p:nvPr>
            <p:ph type="title"/>
          </p:nvPr>
        </p:nvSpPr>
        <p:spPr/>
        <p:txBody>
          <a:bodyPr/>
          <a:lstStyle>
            <a:lvl1pPr>
              <a:defRPr sz="3000">
                <a:latin typeface="Gill Sans MT" panose="020B0502020104020203" pitchFamily="34" charset="0"/>
              </a:defRPr>
            </a:lvl1pPr>
          </a:lstStyle>
          <a:p>
            <a:r>
              <a:rPr lang="en-US" altLang="ko-KR" dirty="0"/>
              <a:t>Click to edit Master title style</a:t>
            </a:r>
            <a:endParaRPr lang="ko-KR" altLang="en-US" dirty="0"/>
          </a:p>
        </p:txBody>
      </p:sp>
      <p:sp>
        <p:nvSpPr>
          <p:cNvPr id="5" name="슬라이드 번호 개체 틀 1">
            <a:extLst>
              <a:ext uri="{FF2B5EF4-FFF2-40B4-BE49-F238E27FC236}">
                <a16:creationId xmlns:a16="http://schemas.microsoft.com/office/drawing/2014/main" id="{FEC1C5AD-CE87-4D2F-B06B-04C806DA8E3C}"/>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3680992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0761-5107-44E1-B4ED-21462A4122A3}"/>
              </a:ext>
            </a:extLst>
          </p:cNvPr>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27" name="Rectangle 3">
            <a:extLst>
              <a:ext uri="{FF2B5EF4-FFF2-40B4-BE49-F238E27FC236}">
                <a16:creationId xmlns:a16="http://schemas.microsoft.com/office/drawing/2014/main" id="{9F9E40BA-F8D0-48A8-8361-65A557995774}"/>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28" name="Rectangle 4">
            <a:extLst>
              <a:ext uri="{FF2B5EF4-FFF2-40B4-BE49-F238E27FC236}">
                <a16:creationId xmlns:a16="http://schemas.microsoft.com/office/drawing/2014/main" id="{7252192F-FBF2-4437-B509-F5CA794D008D}"/>
              </a:ext>
            </a:extLst>
          </p:cNvPr>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29" name="Rectangle 5">
            <a:extLst>
              <a:ext uri="{FF2B5EF4-FFF2-40B4-BE49-F238E27FC236}">
                <a16:creationId xmlns:a16="http://schemas.microsoft.com/office/drawing/2014/main" id="{C66A4BFD-856F-4D4E-BBF7-479C8A4B478E}"/>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0" name="Rectangle 6">
            <a:extLst>
              <a:ext uri="{FF2B5EF4-FFF2-40B4-BE49-F238E27FC236}">
                <a16:creationId xmlns:a16="http://schemas.microsoft.com/office/drawing/2014/main" id="{C603265E-76AD-48B6-9F72-58F3BBBB34A0}"/>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1" name="Rectangle 7">
            <a:extLst>
              <a:ext uri="{FF2B5EF4-FFF2-40B4-BE49-F238E27FC236}">
                <a16:creationId xmlns:a16="http://schemas.microsoft.com/office/drawing/2014/main" id="{6DE23847-2842-491B-B516-47C93F21900D}"/>
              </a:ext>
            </a:extLst>
          </p:cNvPr>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2" name="Rectangle 8">
            <a:extLst>
              <a:ext uri="{FF2B5EF4-FFF2-40B4-BE49-F238E27FC236}">
                <a16:creationId xmlns:a16="http://schemas.microsoft.com/office/drawing/2014/main" id="{31AAB6F5-FA62-4B5C-B6CC-4D56F00425E3}"/>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3" name="Rectangle 9">
            <a:extLst>
              <a:ext uri="{FF2B5EF4-FFF2-40B4-BE49-F238E27FC236}">
                <a16:creationId xmlns:a16="http://schemas.microsoft.com/office/drawing/2014/main" id="{F7EEFEAB-24BD-481C-8118-595448625B46}"/>
              </a:ext>
            </a:extLst>
          </p:cNvPr>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ko-KR"/>
              <a:t>Click to edit Master title style</a:t>
            </a:r>
          </a:p>
        </p:txBody>
      </p:sp>
      <p:sp>
        <p:nvSpPr>
          <p:cNvPr id="1034" name="Rectangle 10">
            <a:extLst>
              <a:ext uri="{FF2B5EF4-FFF2-40B4-BE49-F238E27FC236}">
                <a16:creationId xmlns:a16="http://schemas.microsoft.com/office/drawing/2014/main" id="{55D7D737-1905-4742-BC0D-E12FA8177497}"/>
              </a:ext>
            </a:extLst>
          </p:cNvPr>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Tree>
  </p:cSld>
  <p:clrMap bg1="lt1" tx1="dk1" bg2="lt2" tx2="dk2" accent1="accent1" accent2="accent2" accent3="accent3" accent4="accent4" accent5="accent5" accent6="accent6" hlink="hlink" folHlink="folHlink"/>
  <p:sldLayoutIdLst>
    <p:sldLayoutId id="2147484065" r:id="rId1"/>
    <p:sldLayoutId id="2147484054" r:id="rId2"/>
    <p:sldLayoutId id="2147484055" r:id="rId3"/>
    <p:sldLayoutId id="2147484056" r:id="rId4"/>
    <p:sldLayoutId id="2147484057" r:id="rId5"/>
    <p:sldLayoutId id="2147484058" r:id="rId6"/>
    <p:sldLayoutId id="2147484059" r:id="rId7"/>
    <p:sldLayoutId id="2147484060" r:id="rId8"/>
    <p:sldLayoutId id="2147484061" r:id="rId9"/>
    <p:sldLayoutId id="2147484062" r:id="rId10"/>
    <p:sldLayoutId id="2147484063" r:id="rId11"/>
    <p:sldLayoutId id="2147484064" r:id="rId12"/>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2pPr>
      <a:lvl3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3pPr>
      <a:lvl4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4pPr>
      <a:lvl5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5pPr>
      <a:lvl6pPr marL="4572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6pPr>
      <a:lvl7pPr marL="9144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7pPr>
      <a:lvl8pPr marL="13716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8pPr>
      <a:lvl9pPr marL="18288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146175"/>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gall sant"/>
            </a:endParaRPr>
          </a:p>
        </p:txBody>
      </p:sp>
      <p:pic>
        <p:nvPicPr>
          <p:cNvPr id="2051" name="Picture 7"/>
          <p:cNvPicPr>
            <a:picLocks noChangeAspect="1"/>
          </p:cNvPicPr>
          <p:nvPr userDrawn="1"/>
        </p:nvPicPr>
        <p:blipFill>
          <a:blip r:embed="rId14"/>
          <a:srcRect/>
          <a:stretch>
            <a:fillRect/>
          </a:stretch>
        </p:blipFill>
        <p:spPr bwMode="auto">
          <a:xfrm>
            <a:off x="7939088" y="134938"/>
            <a:ext cx="857250" cy="857250"/>
          </a:xfrm>
          <a:prstGeom prst="rect">
            <a:avLst/>
          </a:prstGeom>
          <a:noFill/>
          <a:ln w="9525">
            <a:noFill/>
            <a:miter lim="800000"/>
            <a:headEnd/>
            <a:tailEnd/>
          </a:ln>
        </p:spPr>
      </p:pic>
      <p:sp>
        <p:nvSpPr>
          <p:cNvPr id="9" name="Rectangle 2"/>
          <p:cNvSpPr>
            <a:spLocks noGrp="1" noChangeArrowheads="1"/>
          </p:cNvSpPr>
          <p:nvPr>
            <p:ph type="title"/>
          </p:nvPr>
        </p:nvSpPr>
        <p:spPr bwMode="auto">
          <a:xfrm>
            <a:off x="614363" y="-25400"/>
            <a:ext cx="7515225"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 name="Rectangle 3"/>
          <p:cNvSpPr>
            <a:spLocks noGrp="1" noChangeArrowheads="1"/>
          </p:cNvSpPr>
          <p:nvPr>
            <p:ph type="body" idx="1"/>
          </p:nvPr>
        </p:nvSpPr>
        <p:spPr bwMode="auto">
          <a:xfrm>
            <a:off x="569913" y="2130425"/>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슬라이드 번호 개체 틀 1">
            <a:extLst>
              <a:ext uri="{FF2B5EF4-FFF2-40B4-BE49-F238E27FC236}">
                <a16:creationId xmlns:a16="http://schemas.microsoft.com/office/drawing/2014/main" id="{67F8BDB6-6F16-4EF3-B941-E785F1885C04}"/>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3588004403"/>
      </p:ext>
    </p:extLst>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 id="2147484078" r:id="rId12"/>
  </p:sldLayoutIdLst>
  <p:hf hdr="0" ftr="0" dt="0"/>
  <p:txStyles>
    <p:titleStyle>
      <a:lvl1pPr algn="l" defTabSz="457200" rtl="0" eaLnBrk="0" fontAlgn="base" hangingPunct="0">
        <a:spcBef>
          <a:spcPct val="0"/>
        </a:spcBef>
        <a:spcAft>
          <a:spcPct val="0"/>
        </a:spcAft>
        <a:defRPr sz="2000" kern="1200">
          <a:solidFill>
            <a:schemeClr val="bg1"/>
          </a:solidFill>
          <a:latin typeface="gall sant"/>
          <a:ea typeface="ＭＳ Ｐゴシック" charset="0"/>
          <a:cs typeface="Times New Roman"/>
        </a:defRPr>
      </a:lvl1pPr>
      <a:lvl2pPr algn="l" defTabSz="457200" rtl="0" eaLnBrk="0" fontAlgn="base" hangingPunct="0">
        <a:spcBef>
          <a:spcPct val="0"/>
        </a:spcBef>
        <a:spcAft>
          <a:spcPct val="0"/>
        </a:spcAft>
        <a:defRPr sz="2000">
          <a:solidFill>
            <a:schemeClr val="bg1"/>
          </a:solidFill>
          <a:latin typeface="Times New Roman" charset="0"/>
          <a:ea typeface="ＭＳ Ｐゴシック" charset="0"/>
        </a:defRPr>
      </a:lvl2pPr>
      <a:lvl3pPr algn="l" defTabSz="457200" rtl="0" eaLnBrk="0" fontAlgn="base" hangingPunct="0">
        <a:spcBef>
          <a:spcPct val="0"/>
        </a:spcBef>
        <a:spcAft>
          <a:spcPct val="0"/>
        </a:spcAft>
        <a:defRPr sz="2000">
          <a:solidFill>
            <a:schemeClr val="bg1"/>
          </a:solidFill>
          <a:latin typeface="Times New Roman" charset="0"/>
          <a:ea typeface="ＭＳ Ｐゴシック" charset="0"/>
        </a:defRPr>
      </a:lvl3pPr>
      <a:lvl4pPr algn="l" defTabSz="457200" rtl="0" eaLnBrk="0" fontAlgn="base" hangingPunct="0">
        <a:spcBef>
          <a:spcPct val="0"/>
        </a:spcBef>
        <a:spcAft>
          <a:spcPct val="0"/>
        </a:spcAft>
        <a:defRPr sz="2000">
          <a:solidFill>
            <a:schemeClr val="bg1"/>
          </a:solidFill>
          <a:latin typeface="Times New Roman" charset="0"/>
          <a:ea typeface="ＭＳ Ｐゴシック" charset="0"/>
        </a:defRPr>
      </a:lvl4pPr>
      <a:lvl5pPr algn="l" defTabSz="457200" rtl="0" eaLnBrk="0" fontAlgn="base" hangingPunct="0">
        <a:spcBef>
          <a:spcPct val="0"/>
        </a:spcBef>
        <a:spcAft>
          <a:spcPct val="0"/>
        </a:spcAft>
        <a:defRPr sz="2000">
          <a:solidFill>
            <a:schemeClr val="bg1"/>
          </a:solidFill>
          <a:latin typeface="Times New Roman" charset="0"/>
          <a:ea typeface="ＭＳ Ｐゴシック" charset="0"/>
        </a:defRPr>
      </a:lvl5pPr>
      <a:lvl6pPr marL="457200" algn="l" defTabSz="457200" rtl="0" fontAlgn="base">
        <a:spcBef>
          <a:spcPct val="0"/>
        </a:spcBef>
        <a:spcAft>
          <a:spcPct val="0"/>
        </a:spcAft>
        <a:defRPr sz="2000">
          <a:solidFill>
            <a:schemeClr val="bg1"/>
          </a:solidFill>
          <a:latin typeface="Times New Roman" charset="0"/>
          <a:ea typeface="ＭＳ Ｐゴシック" charset="0"/>
        </a:defRPr>
      </a:lvl6pPr>
      <a:lvl7pPr marL="914400" algn="l" defTabSz="457200" rtl="0" fontAlgn="base">
        <a:spcBef>
          <a:spcPct val="0"/>
        </a:spcBef>
        <a:spcAft>
          <a:spcPct val="0"/>
        </a:spcAft>
        <a:defRPr sz="2000">
          <a:solidFill>
            <a:schemeClr val="bg1"/>
          </a:solidFill>
          <a:latin typeface="Times New Roman" charset="0"/>
          <a:ea typeface="ＭＳ Ｐゴシック" charset="0"/>
        </a:defRPr>
      </a:lvl7pPr>
      <a:lvl8pPr marL="1371600" algn="l" defTabSz="457200" rtl="0" fontAlgn="base">
        <a:spcBef>
          <a:spcPct val="0"/>
        </a:spcBef>
        <a:spcAft>
          <a:spcPct val="0"/>
        </a:spcAft>
        <a:defRPr sz="2000">
          <a:solidFill>
            <a:schemeClr val="bg1"/>
          </a:solidFill>
          <a:latin typeface="Times New Roman" charset="0"/>
          <a:ea typeface="ＭＳ Ｐゴシック" charset="0"/>
        </a:defRPr>
      </a:lvl8pPr>
      <a:lvl9pPr marL="1828800" algn="l" defTabSz="457200" rtl="0" fontAlgn="base">
        <a:spcBef>
          <a:spcPct val="0"/>
        </a:spcBef>
        <a:spcAft>
          <a:spcPct val="0"/>
        </a:spcAft>
        <a:defRPr sz="2000">
          <a:solidFill>
            <a:schemeClr val="bg1"/>
          </a:solidFill>
          <a:latin typeface="Times New Roman" charset="0"/>
          <a:ea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defRPr sz="1800" i="0" kern="1200">
          <a:solidFill>
            <a:schemeClr val="tx1"/>
          </a:solidFill>
          <a:latin typeface="gall sant"/>
          <a:ea typeface="ＭＳ Ｐゴシック" charset="0"/>
          <a:cs typeface="Times New Roman"/>
        </a:defRPr>
      </a:lvl1pPr>
      <a:lvl2pPr marL="800100" indent="-342900" algn="l" defTabSz="457200" rtl="0" eaLnBrk="0" fontAlgn="base" hangingPunct="0">
        <a:spcBef>
          <a:spcPct val="20000"/>
        </a:spcBef>
        <a:spcAft>
          <a:spcPct val="0"/>
        </a:spcAft>
        <a:buClr>
          <a:srgbClr val="CC0000"/>
        </a:buClr>
        <a:buFont typeface="Wingdings" pitchFamily="2" charset="2"/>
        <a:buChar char="§"/>
        <a:defRPr sz="1800" i="0" kern="1200">
          <a:solidFill>
            <a:srgbClr val="000000"/>
          </a:solidFill>
          <a:latin typeface="gall sant"/>
          <a:ea typeface="ＭＳ Ｐゴシック" charset="0"/>
          <a:cs typeface="Times New Roman"/>
        </a:defRPr>
      </a:lvl2pPr>
      <a:lvl3pPr marL="1200150" indent="-285750" algn="l" defTabSz="457200" rtl="0" eaLnBrk="0" fontAlgn="base" hangingPunct="0">
        <a:spcBef>
          <a:spcPct val="20000"/>
        </a:spcBef>
        <a:spcAft>
          <a:spcPct val="0"/>
        </a:spcAft>
        <a:buFont typeface="Arial" pitchFamily="34" charset="0"/>
        <a:buChar char="•"/>
        <a:defRPr sz="1800" i="0" kern="1200">
          <a:solidFill>
            <a:schemeClr val="tx1"/>
          </a:solidFill>
          <a:latin typeface="gall sant"/>
          <a:ea typeface="ＭＳ Ｐゴシック" charset="0"/>
          <a:cs typeface="Times New Roman"/>
        </a:defRPr>
      </a:lvl3pPr>
      <a:lvl4pPr marL="1657350" indent="-285750" algn="l" defTabSz="457200" rtl="0" eaLnBrk="0" fontAlgn="base" hangingPunct="0">
        <a:spcBef>
          <a:spcPct val="20000"/>
        </a:spcBef>
        <a:spcAft>
          <a:spcPct val="0"/>
        </a:spcAft>
        <a:buFont typeface="Lucida Grande" pitchFamily="-84" charset="0"/>
        <a:buChar char="-"/>
        <a:defRPr sz="1800" i="0" kern="1200">
          <a:solidFill>
            <a:schemeClr val="tx1"/>
          </a:solidFill>
          <a:latin typeface="gall sant"/>
          <a:ea typeface="ＭＳ Ｐゴシック" charset="0"/>
          <a:cs typeface="Times New Roman"/>
        </a:defRPr>
      </a:lvl4pPr>
      <a:lvl5pPr marL="1828800" algn="l" defTabSz="457200" rtl="0" eaLnBrk="0" fontAlgn="base" hangingPunct="0">
        <a:spcBef>
          <a:spcPct val="20000"/>
        </a:spcBef>
        <a:spcAft>
          <a:spcPct val="0"/>
        </a:spcAft>
        <a:buClr>
          <a:srgbClr val="CC0000"/>
        </a:buClr>
        <a:defRPr sz="1800" i="0" kern="1200">
          <a:solidFill>
            <a:schemeClr val="tx1"/>
          </a:solidFill>
          <a:latin typeface="gall sant"/>
          <a:ea typeface="ＭＳ Ｐゴシック" charset="0"/>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2D7BDD79-23E2-4C3D-B6B5-6C55C32BA8BA}"/>
              </a:ext>
            </a:extLst>
          </p:cNvPr>
          <p:cNvSpPr>
            <a:spLocks noGrp="1" noChangeArrowheads="1"/>
          </p:cNvSpPr>
          <p:nvPr>
            <p:ph type="ctrTitle"/>
          </p:nvPr>
        </p:nvSpPr>
        <p:spPr>
          <a:xfrm>
            <a:off x="381000" y="1447800"/>
            <a:ext cx="8382000" cy="1143000"/>
          </a:xfrm>
        </p:spPr>
        <p:txBody>
          <a:bodyPr/>
          <a:lstStyle/>
          <a:p>
            <a:pPr algn="ctr" eaLnBrk="1" hangingPunct="1"/>
            <a:r>
              <a:rPr lang="en-US" altLang="ko-KR" sz="3600" b="1" dirty="0">
                <a:latin typeface="Gill Sans MT" panose="020B0502020104020203" pitchFamily="34" charset="0"/>
              </a:rPr>
              <a:t>CS3332: Implementation and Testing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Phase 4 Implementation and Testing</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Develop a running prototype. You need to implement the software using object-oriented language such as C++, C#, or Java. </a:t>
            </a:r>
            <a:r>
              <a:rPr lang="en-US" altLang="ko-KR" sz="1800" b="1" strike="sngStrike" dirty="0">
                <a:solidFill>
                  <a:srgbClr val="FF0000"/>
                </a:solidFill>
                <a:latin typeface="Gill Sans MT" panose="020B0502020104020203" pitchFamily="34" charset="0"/>
              </a:rPr>
              <a:t>The prototype should have two functionalities designated by the instructor</a:t>
            </a:r>
            <a:r>
              <a:rPr lang="en-US" altLang="ko-KR" sz="1800" dirty="0">
                <a:latin typeface="Gill Sans MT" panose="020B0502020104020203" pitchFamily="34" charset="0"/>
              </a:rPr>
              <a:t>. GUI is NOT required.</a:t>
            </a:r>
          </a:p>
          <a:p>
            <a:pPr lvl="1" eaLnBrk="1" hangingPunct="1">
              <a:spcBef>
                <a:spcPct val="0"/>
              </a:spcBef>
            </a:pPr>
            <a:r>
              <a:rPr lang="en-US" altLang="ko-KR" sz="1800" dirty="0">
                <a:latin typeface="Gill Sans MT" panose="020B0502020104020203" pitchFamily="34" charset="0"/>
              </a:rPr>
              <a:t>You must implement all features!!</a:t>
            </a:r>
          </a:p>
          <a:p>
            <a:pPr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Design test cases that have test data and expected results. Testing must be conducted in all use cases to show how well your use cases work. Test should be conducted with correct inputs and incorrect inputs. You are required to turn in your test results with test cases.</a:t>
            </a:r>
          </a:p>
          <a:p>
            <a:pPr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Each team will set up a meeting with the instructor to demonstrate features of the prototype.</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endParaRPr lang="en-US" altLang="ko-KR" sz="1800" dirty="0">
              <a:latin typeface="Gill Sans MT" panose="020B0502020104020203" pitchFamily="34" charset="0"/>
            </a:endParaRPr>
          </a:p>
          <a:p>
            <a:pPr lvl="1" eaLnBrk="1" hangingPunct="1">
              <a:spcBef>
                <a:spcPct val="0"/>
              </a:spcBef>
            </a:pPr>
            <a:endParaRPr lang="en-US" altLang="ko-KR" sz="1800" dirty="0">
              <a:latin typeface="Gill Sans MT" panose="020B0502020104020203" pitchFamily="34" charset="0"/>
            </a:endParaRPr>
          </a:p>
        </p:txBody>
      </p:sp>
    </p:spTree>
    <p:extLst>
      <p:ext uri="{BB962C8B-B14F-4D97-AF65-F5344CB8AC3E}">
        <p14:creationId xmlns:p14="http://schemas.microsoft.com/office/powerpoint/2010/main" val="4178596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Phase 4 Implementation and Testing</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Testing</a:t>
            </a:r>
          </a:p>
          <a:p>
            <a:pPr lvl="1" eaLnBrk="1" hangingPunct="1">
              <a:spcBef>
                <a:spcPct val="0"/>
              </a:spcBef>
            </a:pPr>
            <a:r>
              <a:rPr lang="en-US" altLang="ko-KR" sz="1800" dirty="0">
                <a:latin typeface="Gill Sans MT" panose="020B0502020104020203" pitchFamily="34" charset="0"/>
              </a:rPr>
              <a:t>White Box Test</a:t>
            </a:r>
          </a:p>
          <a:p>
            <a:pPr lvl="2" eaLnBrk="1" hangingPunct="1">
              <a:spcBef>
                <a:spcPct val="0"/>
              </a:spcBef>
            </a:pPr>
            <a:r>
              <a:rPr lang="en-US" altLang="ko-KR" sz="1800" dirty="0">
                <a:latin typeface="Gill Sans MT" panose="020B0502020104020203" pitchFamily="34" charset="0"/>
              </a:rPr>
              <a:t>Testing performed by developers</a:t>
            </a:r>
          </a:p>
          <a:p>
            <a:pPr lvl="2" eaLnBrk="1" hangingPunct="1">
              <a:spcBef>
                <a:spcPct val="0"/>
              </a:spcBef>
            </a:pPr>
            <a:r>
              <a:rPr lang="en-US" altLang="ko-KR" sz="1800" dirty="0">
                <a:latin typeface="Gill Sans MT" panose="020B0502020104020203" pitchFamily="34" charset="0"/>
              </a:rPr>
              <a:t>Have full knowledge of the program and code</a:t>
            </a:r>
          </a:p>
          <a:p>
            <a:pPr lvl="1" eaLnBrk="1" hangingPunct="1">
              <a:spcBef>
                <a:spcPct val="0"/>
              </a:spcBef>
            </a:pPr>
            <a:r>
              <a:rPr lang="en-US" altLang="ko-KR" sz="1800" dirty="0">
                <a:latin typeface="Gill Sans MT" panose="020B0502020104020203" pitchFamily="34" charset="0"/>
              </a:rPr>
              <a:t>Black Box Test</a:t>
            </a:r>
          </a:p>
          <a:p>
            <a:pPr lvl="2" eaLnBrk="1" hangingPunct="1">
              <a:spcBef>
                <a:spcPct val="0"/>
              </a:spcBef>
            </a:pPr>
            <a:r>
              <a:rPr lang="en-US" altLang="ko-KR" sz="1800" dirty="0">
                <a:latin typeface="Gill Sans MT" panose="020B0502020104020203" pitchFamily="34" charset="0"/>
              </a:rPr>
              <a:t>Testing without knowledge of internal structure or the program or the code</a:t>
            </a:r>
          </a:p>
          <a:p>
            <a:pPr lvl="2" eaLnBrk="1" hangingPunct="1">
              <a:spcBef>
                <a:spcPct val="0"/>
              </a:spcBef>
            </a:pPr>
            <a:r>
              <a:rPr lang="en-US" altLang="ko-KR" sz="1800" dirty="0">
                <a:latin typeface="Gill Sans MT" panose="020B0502020104020203" pitchFamily="34" charset="0"/>
              </a:rPr>
              <a:t>It is tested by software testers</a:t>
            </a:r>
          </a:p>
          <a:p>
            <a:pPr lvl="1" eaLnBrk="1" hangingPunct="1">
              <a:spcBef>
                <a:spcPct val="0"/>
              </a:spcBef>
            </a:pPr>
            <a:r>
              <a:rPr lang="en-US" altLang="ko-KR" sz="1800" dirty="0">
                <a:latin typeface="Gill Sans MT" panose="020B0502020104020203" pitchFamily="34" charset="0"/>
              </a:rPr>
              <a:t>White Box Testing is what you must perform</a:t>
            </a:r>
          </a:p>
          <a:p>
            <a:pPr lvl="2" eaLnBrk="1" hangingPunct="1">
              <a:spcBef>
                <a:spcPct val="0"/>
              </a:spcBef>
            </a:pPr>
            <a:r>
              <a:rPr lang="en-US" altLang="ko-KR" sz="1800" dirty="0">
                <a:latin typeface="Gill Sans MT" panose="020B0502020104020203" pitchFamily="34" charset="0"/>
              </a:rPr>
              <a:t>Your team is the developer of your team’s software</a:t>
            </a:r>
          </a:p>
          <a:p>
            <a:pPr lvl="1" eaLnBrk="1" hangingPunct="1">
              <a:spcBef>
                <a:spcPct val="0"/>
              </a:spcBef>
            </a:pPr>
            <a:r>
              <a:rPr lang="en-US" altLang="ko-KR" sz="1800" dirty="0">
                <a:latin typeface="Gill Sans MT" panose="020B0502020104020203" pitchFamily="34" charset="0"/>
              </a:rPr>
              <a:t>Test your secure use case with white box testing</a:t>
            </a:r>
          </a:p>
          <a:p>
            <a:pPr lvl="2" eaLnBrk="1" hangingPunct="1">
              <a:spcBef>
                <a:spcPct val="0"/>
              </a:spcBef>
            </a:pPr>
            <a:r>
              <a:rPr lang="en-US" altLang="ko-KR" sz="1800" dirty="0">
                <a:latin typeface="Gill Sans MT" panose="020B0502020104020203" pitchFamily="34" charset="0"/>
              </a:rPr>
              <a:t>Test case name</a:t>
            </a:r>
          </a:p>
          <a:p>
            <a:pPr lvl="2" eaLnBrk="1" hangingPunct="1">
              <a:spcBef>
                <a:spcPct val="0"/>
              </a:spcBef>
            </a:pPr>
            <a:r>
              <a:rPr lang="en-US" altLang="ko-KR" sz="1800" dirty="0">
                <a:latin typeface="Gill Sans MT" panose="020B0502020104020203" pitchFamily="34" charset="0"/>
              </a:rPr>
              <a:t>Description</a:t>
            </a:r>
          </a:p>
          <a:p>
            <a:pPr lvl="2" eaLnBrk="1" hangingPunct="1">
              <a:spcBef>
                <a:spcPct val="0"/>
              </a:spcBef>
            </a:pPr>
            <a:r>
              <a:rPr lang="en-US" altLang="ko-KR" sz="1800" dirty="0">
                <a:latin typeface="Gill Sans MT" panose="020B0502020104020203" pitchFamily="34" charset="0"/>
              </a:rPr>
              <a:t>Input</a:t>
            </a:r>
          </a:p>
          <a:p>
            <a:pPr lvl="2" eaLnBrk="1" hangingPunct="1">
              <a:spcBef>
                <a:spcPct val="0"/>
              </a:spcBef>
            </a:pPr>
            <a:r>
              <a:rPr lang="en-US" altLang="ko-KR" sz="1800" dirty="0">
                <a:latin typeface="Gill Sans MT" panose="020B0502020104020203" pitchFamily="34" charset="0"/>
              </a:rPr>
              <a:t>Expected Output</a:t>
            </a:r>
          </a:p>
          <a:p>
            <a:pPr lvl="2" eaLnBrk="1" hangingPunct="1">
              <a:spcBef>
                <a:spcPct val="0"/>
              </a:spcBef>
            </a:pPr>
            <a:r>
              <a:rPr lang="en-US" altLang="ko-KR" sz="1800" dirty="0">
                <a:latin typeface="Gill Sans MT" panose="020B0502020104020203" pitchFamily="34" charset="0"/>
              </a:rPr>
              <a:t>Actual Output</a:t>
            </a:r>
          </a:p>
          <a:p>
            <a:pPr eaLnBrk="1" hangingPunct="1">
              <a:spcBef>
                <a:spcPct val="0"/>
              </a:spcBef>
            </a:pPr>
            <a:endParaRPr lang="en-US" altLang="ko-KR" sz="1800" dirty="0">
              <a:latin typeface="Gill Sans MT" panose="020B0502020104020203" pitchFamily="34" charset="0"/>
            </a:endParaRPr>
          </a:p>
          <a:p>
            <a:pPr lvl="1" eaLnBrk="1" hangingPunct="1">
              <a:spcBef>
                <a:spcPct val="0"/>
              </a:spcBef>
            </a:pPr>
            <a:endParaRPr lang="en-US" altLang="ko-KR" sz="1800" dirty="0">
              <a:latin typeface="Gill Sans MT" panose="020B0502020104020203" pitchFamily="34" charset="0"/>
            </a:endParaRPr>
          </a:p>
        </p:txBody>
      </p:sp>
    </p:spTree>
    <p:extLst>
      <p:ext uri="{BB962C8B-B14F-4D97-AF65-F5344CB8AC3E}">
        <p14:creationId xmlns:p14="http://schemas.microsoft.com/office/powerpoint/2010/main" val="3345491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Phase 4 Implementation and Testing</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Example</a:t>
            </a:r>
          </a:p>
          <a:p>
            <a:pPr eaLnBrk="1" hangingPunct="1">
              <a:spcBef>
                <a:spcPct val="0"/>
              </a:spcBef>
            </a:pPr>
            <a:endParaRPr lang="en-US" altLang="ko-KR" sz="1800" dirty="0">
              <a:latin typeface="Gill Sans MT" panose="020B0502020104020203" pitchFamily="34" charset="0"/>
            </a:endParaRPr>
          </a:p>
          <a:p>
            <a:pPr lvl="1" eaLnBrk="1" hangingPunct="1">
              <a:spcBef>
                <a:spcPct val="0"/>
              </a:spcBef>
            </a:pPr>
            <a:endParaRPr lang="en-US" altLang="ko-KR" sz="1800" dirty="0">
              <a:latin typeface="Gill Sans MT" panose="020B0502020104020203" pitchFamily="34" charset="0"/>
            </a:endParaRPr>
          </a:p>
        </p:txBody>
      </p:sp>
      <p:pic>
        <p:nvPicPr>
          <p:cNvPr id="2" name="그림 1">
            <a:extLst>
              <a:ext uri="{FF2B5EF4-FFF2-40B4-BE49-F238E27FC236}">
                <a16:creationId xmlns:a16="http://schemas.microsoft.com/office/drawing/2014/main" id="{5849D9F7-147B-4588-A53D-380C2EEC36FE}"/>
              </a:ext>
            </a:extLst>
          </p:cNvPr>
          <p:cNvPicPr>
            <a:picLocks noChangeAspect="1"/>
          </p:cNvPicPr>
          <p:nvPr/>
        </p:nvPicPr>
        <p:blipFill rotWithShape="1">
          <a:blip r:embed="rId3"/>
          <a:srcRect l="12387" t="22361" r="18835" b="8889"/>
          <a:stretch/>
        </p:blipFill>
        <p:spPr>
          <a:xfrm>
            <a:off x="2286000" y="2059858"/>
            <a:ext cx="4876801" cy="4714875"/>
          </a:xfrm>
          <a:prstGeom prst="rect">
            <a:avLst/>
          </a:prstGeom>
        </p:spPr>
      </p:pic>
    </p:spTree>
    <p:extLst>
      <p:ext uri="{BB962C8B-B14F-4D97-AF65-F5344CB8AC3E}">
        <p14:creationId xmlns:p14="http://schemas.microsoft.com/office/powerpoint/2010/main" val="2765950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Phase 4 Implementation and Testing</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Example</a:t>
            </a:r>
          </a:p>
          <a:p>
            <a:pPr eaLnBrk="1" hangingPunct="1">
              <a:spcBef>
                <a:spcPct val="0"/>
              </a:spcBef>
            </a:pPr>
            <a:endParaRPr lang="en-US" altLang="ko-KR" sz="1800" dirty="0">
              <a:latin typeface="Gill Sans MT" panose="020B0502020104020203" pitchFamily="34" charset="0"/>
            </a:endParaRPr>
          </a:p>
          <a:p>
            <a:pPr lvl="1" eaLnBrk="1" hangingPunct="1">
              <a:spcBef>
                <a:spcPct val="0"/>
              </a:spcBef>
            </a:pPr>
            <a:endParaRPr lang="en-US" altLang="ko-KR" sz="1800" dirty="0">
              <a:latin typeface="Gill Sans MT" panose="020B0502020104020203" pitchFamily="34" charset="0"/>
            </a:endParaRPr>
          </a:p>
        </p:txBody>
      </p:sp>
      <p:pic>
        <p:nvPicPr>
          <p:cNvPr id="3" name="그림 2">
            <a:extLst>
              <a:ext uri="{FF2B5EF4-FFF2-40B4-BE49-F238E27FC236}">
                <a16:creationId xmlns:a16="http://schemas.microsoft.com/office/drawing/2014/main" id="{AF36CAF4-5F28-4935-8ECF-6846C8E5C160}"/>
              </a:ext>
            </a:extLst>
          </p:cNvPr>
          <p:cNvPicPr>
            <a:picLocks noChangeAspect="1"/>
          </p:cNvPicPr>
          <p:nvPr/>
        </p:nvPicPr>
        <p:blipFill rotWithShape="1">
          <a:blip r:embed="rId3"/>
          <a:srcRect l="20984" t="21111" r="27432" b="8889"/>
          <a:stretch/>
        </p:blipFill>
        <p:spPr>
          <a:xfrm>
            <a:off x="2819400" y="1866900"/>
            <a:ext cx="3657601" cy="4800600"/>
          </a:xfrm>
          <a:prstGeom prst="rect">
            <a:avLst/>
          </a:prstGeom>
        </p:spPr>
      </p:pic>
    </p:spTree>
    <p:extLst>
      <p:ext uri="{BB962C8B-B14F-4D97-AF65-F5344CB8AC3E}">
        <p14:creationId xmlns:p14="http://schemas.microsoft.com/office/powerpoint/2010/main" val="1462029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Phase 4 Implementation and Testing</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Must provide test cases for each use case</a:t>
            </a:r>
          </a:p>
          <a:p>
            <a:pPr lvl="1" eaLnBrk="1" hangingPunct="1">
              <a:spcBef>
                <a:spcPct val="0"/>
              </a:spcBef>
            </a:pPr>
            <a:r>
              <a:rPr lang="en-US" altLang="ko-KR" sz="1800" dirty="0">
                <a:latin typeface="Gill Sans MT" panose="020B0502020104020203" pitchFamily="34" charset="0"/>
              </a:rPr>
              <a:t>Minimum: 1 case that returns correct, 1 case leading fault case</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You are required to turn in your test results</a:t>
            </a:r>
          </a:p>
          <a:p>
            <a:pPr lvl="1" eaLnBrk="1" hangingPunct="1">
              <a:spcBef>
                <a:spcPct val="0"/>
              </a:spcBef>
            </a:pPr>
            <a:r>
              <a:rPr lang="en-US" altLang="ko-KR" sz="1800" dirty="0">
                <a:latin typeface="Gill Sans MT" panose="020B0502020104020203" pitchFamily="34" charset="0"/>
              </a:rPr>
              <a:t>Provide screenshot of your outputs</a:t>
            </a:r>
          </a:p>
          <a:p>
            <a:pPr eaLnBrk="1" hangingPunct="1">
              <a:spcBef>
                <a:spcPct val="0"/>
              </a:spcBef>
            </a:pPr>
            <a:endParaRPr lang="en-US" altLang="ko-KR" sz="1800" dirty="0">
              <a:latin typeface="Gill Sans MT" panose="020B0502020104020203" pitchFamily="34" charset="0"/>
            </a:endParaRPr>
          </a:p>
          <a:p>
            <a:pPr lvl="2" eaLnBrk="1" hangingPunct="1">
              <a:spcBef>
                <a:spcPct val="0"/>
              </a:spcBef>
            </a:pPr>
            <a:endParaRPr lang="en-US" altLang="ko-KR" sz="1800" dirty="0">
              <a:latin typeface="Gill Sans MT" panose="020B0502020104020203" pitchFamily="34" charset="0"/>
            </a:endParaRPr>
          </a:p>
          <a:p>
            <a:pPr eaLnBrk="1" hangingPunct="1">
              <a:spcBef>
                <a:spcPct val="0"/>
              </a:spcBef>
            </a:pPr>
            <a:endParaRPr lang="en-US" altLang="ko-KR" sz="1800" dirty="0">
              <a:latin typeface="Gill Sans MT" panose="020B0502020104020203" pitchFamily="34" charset="0"/>
            </a:endParaRPr>
          </a:p>
          <a:p>
            <a:pPr lvl="1" eaLnBrk="1" hangingPunct="1">
              <a:spcBef>
                <a:spcPct val="0"/>
              </a:spcBef>
            </a:pPr>
            <a:endParaRPr lang="en-US" altLang="ko-KR" sz="1800" dirty="0">
              <a:latin typeface="Gill Sans MT" panose="020B0502020104020203" pitchFamily="34" charset="0"/>
            </a:endParaRPr>
          </a:p>
        </p:txBody>
      </p:sp>
    </p:spTree>
    <p:extLst>
      <p:ext uri="{BB962C8B-B14F-4D97-AF65-F5344CB8AC3E}">
        <p14:creationId xmlns:p14="http://schemas.microsoft.com/office/powerpoint/2010/main" val="3929825236"/>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굴림"/>
        <a:cs typeface=""/>
      </a:majorFont>
      <a:minorFont>
        <a:latin typeface="Times New Roman"/>
        <a:ea typeface="굴림"/>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굴림" panose="020B0600000101010101"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굴림" panose="020B0600000101010101" pitchFamily="50" charset="-127"/>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62219</TotalTime>
  <Words>253</Words>
  <Application>Microsoft Office PowerPoint</Application>
  <PresentationFormat>On-screen Show (4:3)</PresentationFormat>
  <Paragraphs>37</Paragraphs>
  <Slides>6</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vt:i4>
      </vt:variant>
    </vt:vector>
  </HeadingPairs>
  <TitlesOfParts>
    <vt:vector size="16" baseType="lpstr">
      <vt:lpstr>gall sant</vt:lpstr>
      <vt:lpstr>Lucida Grande</vt:lpstr>
      <vt:lpstr>Arial</vt:lpstr>
      <vt:lpstr>Gill Sans MT</vt:lpstr>
      <vt:lpstr>Tahoma</vt:lpstr>
      <vt:lpstr>Times New Roman</vt:lpstr>
      <vt:lpstr>Verdana</vt:lpstr>
      <vt:lpstr>Wingdings</vt:lpstr>
      <vt:lpstr>Blends</vt:lpstr>
      <vt:lpstr>Custom Design</vt:lpstr>
      <vt:lpstr>CS3332: Implementation and Testing</vt:lpstr>
      <vt:lpstr>Phase 4 Implementation and Testing</vt:lpstr>
      <vt:lpstr>Phase 4 Implementation and Testing</vt:lpstr>
      <vt:lpstr>Phase 4 Implementation and Testing</vt:lpstr>
      <vt:lpstr>Phase 4 Implementation and Testing</vt:lpstr>
      <vt:lpstr>Phase 4 Implementation and Testing</vt:lpstr>
    </vt:vector>
  </TitlesOfParts>
  <Company>Troy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CS4454LECT1</dc:title>
  <dc:creator>bjung@troy.edu</dc:creator>
  <cp:lastModifiedBy>Byungkwan Jung</cp:lastModifiedBy>
  <cp:revision>2296</cp:revision>
  <cp:lastPrinted>2017-08-29T15:55:19Z</cp:lastPrinted>
  <dcterms:created xsi:type="dcterms:W3CDTF">1999-12-12T05:47:40Z</dcterms:created>
  <dcterms:modified xsi:type="dcterms:W3CDTF">2025-10-27T17:47:23Z</dcterms:modified>
</cp:coreProperties>
</file>